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0" r:id="rId1"/>
  </p:sldMasterIdLst>
  <p:notesMasterIdLst>
    <p:notesMasterId r:id="rId15"/>
  </p:notesMasterIdLst>
  <p:sldIdLst>
    <p:sldId id="285" r:id="rId2"/>
    <p:sldId id="290" r:id="rId3"/>
    <p:sldId id="291" r:id="rId4"/>
    <p:sldId id="256" r:id="rId5"/>
    <p:sldId id="258" r:id="rId6"/>
    <p:sldId id="292" r:id="rId7"/>
    <p:sldId id="302" r:id="rId8"/>
    <p:sldId id="294" r:id="rId9"/>
    <p:sldId id="301" r:id="rId10"/>
    <p:sldId id="298" r:id="rId11"/>
    <p:sldId id="299" r:id="rId12"/>
    <p:sldId id="300" r:id="rId13"/>
    <p:sldId id="287" r:id="rId14"/>
  </p:sldIdLst>
  <p:sldSz cx="19010313" cy="10693400"/>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4" userDrawn="1">
          <p15:clr>
            <a:srgbClr val="A4A3A4"/>
          </p15:clr>
        </p15:guide>
        <p15:guide id="2" pos="6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EF3"/>
    <a:srgbClr val="FFA100"/>
    <a:srgbClr val="FFB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A30681-9685-48C4-93F3-EB67995B367E}" v="9" dt="2026-09-11T10:20:19.30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p:cViewPr varScale="1">
        <p:scale>
          <a:sx n="31" d="100"/>
          <a:sy n="31" d="100"/>
        </p:scale>
        <p:origin x="48" y="830"/>
      </p:cViewPr>
      <p:guideLst>
        <p:guide orient="horz" pos="344"/>
        <p:guide pos="61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abad" userId="3aa972a0c7c4cf1e" providerId="LiveId" clId="{508C3893-B0B4-4B4D-BF3B-FF24F6F57962}"/>
    <pc:docChg chg="undo custSel addSld delSld modSld">
      <pc:chgData name="harsh abad" userId="3aa972a0c7c4cf1e" providerId="LiveId" clId="{508C3893-B0B4-4B4D-BF3B-FF24F6F57962}" dt="2026-09-11T10:27:35.281" v="737"/>
      <pc:docMkLst>
        <pc:docMk/>
      </pc:docMkLst>
      <pc:sldChg chg="addSp delSp modSp add mod">
        <pc:chgData name="harsh abad" userId="3aa972a0c7c4cf1e" providerId="LiveId" clId="{508C3893-B0B4-4B4D-BF3B-FF24F6F57962}" dt="2026-09-11T10:27:35.281" v="737"/>
        <pc:sldMkLst>
          <pc:docMk/>
          <pc:sldMk cId="0" sldId="256"/>
        </pc:sldMkLst>
        <pc:spChg chg="mod">
          <ac:chgData name="harsh abad" userId="3aa972a0c7c4cf1e" providerId="LiveId" clId="{508C3893-B0B4-4B4D-BF3B-FF24F6F57962}" dt="2026-09-11T10:25:16.614" v="680" actId="1076"/>
          <ac:spMkLst>
            <pc:docMk/>
            <pc:sldMk cId="0" sldId="256"/>
            <ac:spMk id="2" creationId="{00000000-0000-0000-0000-000000000000}"/>
          </ac:spMkLst>
        </pc:spChg>
        <pc:spChg chg="add del">
          <ac:chgData name="harsh abad" userId="3aa972a0c7c4cf1e" providerId="LiveId" clId="{508C3893-B0B4-4B4D-BF3B-FF24F6F57962}" dt="2026-09-11T10:20:41.159" v="630" actId="478"/>
          <ac:spMkLst>
            <pc:docMk/>
            <pc:sldMk cId="0" sldId="256"/>
            <ac:spMk id="5" creationId="{00000000-0000-0000-0000-000000000000}"/>
          </ac:spMkLst>
        </pc:spChg>
        <pc:spChg chg="add del mod">
          <ac:chgData name="harsh abad" userId="3aa972a0c7c4cf1e" providerId="LiveId" clId="{508C3893-B0B4-4B4D-BF3B-FF24F6F57962}" dt="2026-09-11T10:22:12.240" v="663" actId="14100"/>
          <ac:spMkLst>
            <pc:docMk/>
            <pc:sldMk cId="0" sldId="256"/>
            <ac:spMk id="7" creationId="{00000000-0000-0000-0000-000000000000}"/>
          </ac:spMkLst>
        </pc:spChg>
        <pc:spChg chg="add del mod">
          <ac:chgData name="harsh abad" userId="3aa972a0c7c4cf1e" providerId="LiveId" clId="{508C3893-B0B4-4B4D-BF3B-FF24F6F57962}" dt="2026-09-11T10:25:44.054" v="683"/>
          <ac:spMkLst>
            <pc:docMk/>
            <pc:sldMk cId="0" sldId="256"/>
            <ac:spMk id="8" creationId="{00000000-0000-0000-0000-000000000000}"/>
          </ac:spMkLst>
        </pc:spChg>
        <pc:spChg chg="del mod">
          <ac:chgData name="harsh abad" userId="3aa972a0c7c4cf1e" providerId="LiveId" clId="{508C3893-B0B4-4B4D-BF3B-FF24F6F57962}" dt="2026-09-11T10:21:45.216" v="646"/>
          <ac:spMkLst>
            <pc:docMk/>
            <pc:sldMk cId="0" sldId="256"/>
            <ac:spMk id="9" creationId="{00000000-0000-0000-0000-000000000000}"/>
          </ac:spMkLst>
        </pc:spChg>
        <pc:spChg chg="del">
          <ac:chgData name="harsh abad" userId="3aa972a0c7c4cf1e" providerId="LiveId" clId="{508C3893-B0B4-4B4D-BF3B-FF24F6F57962}" dt="2026-09-11T10:21:45.215" v="644" actId="478"/>
          <ac:spMkLst>
            <pc:docMk/>
            <pc:sldMk cId="0" sldId="256"/>
            <ac:spMk id="10" creationId="{00000000-0000-0000-0000-000000000000}"/>
          </ac:spMkLst>
        </pc:spChg>
        <pc:spChg chg="mod">
          <ac:chgData name="harsh abad" userId="3aa972a0c7c4cf1e" providerId="LiveId" clId="{508C3893-B0B4-4B4D-BF3B-FF24F6F57962}" dt="2026-09-11T10:22:32.659" v="664" actId="1076"/>
          <ac:spMkLst>
            <pc:docMk/>
            <pc:sldMk cId="0" sldId="256"/>
            <ac:spMk id="11" creationId="{00000000-0000-0000-0000-000000000000}"/>
          </ac:spMkLst>
        </pc:spChg>
        <pc:spChg chg="mod">
          <ac:chgData name="harsh abad" userId="3aa972a0c7c4cf1e" providerId="LiveId" clId="{508C3893-B0B4-4B4D-BF3B-FF24F6F57962}" dt="2026-09-11T10:22:51.788" v="667" actId="1076"/>
          <ac:spMkLst>
            <pc:docMk/>
            <pc:sldMk cId="0" sldId="256"/>
            <ac:spMk id="12" creationId="{00000000-0000-0000-0000-000000000000}"/>
          </ac:spMkLst>
        </pc:spChg>
        <pc:spChg chg="mod">
          <ac:chgData name="harsh abad" userId="3aa972a0c7c4cf1e" providerId="LiveId" clId="{508C3893-B0B4-4B4D-BF3B-FF24F6F57962}" dt="2026-09-11T10:23:04.114" v="668" actId="1076"/>
          <ac:spMkLst>
            <pc:docMk/>
            <pc:sldMk cId="0" sldId="256"/>
            <ac:spMk id="13" creationId="{00000000-0000-0000-0000-000000000000}"/>
          </ac:spMkLst>
        </pc:spChg>
        <pc:spChg chg="mod">
          <ac:chgData name="harsh abad" userId="3aa972a0c7c4cf1e" providerId="LiveId" clId="{508C3893-B0B4-4B4D-BF3B-FF24F6F57962}" dt="2026-09-11T10:24:38.541" v="677" actId="14100"/>
          <ac:spMkLst>
            <pc:docMk/>
            <pc:sldMk cId="0" sldId="256"/>
            <ac:spMk id="14" creationId="{00000000-0000-0000-0000-000000000000}"/>
          </ac:spMkLst>
        </pc:spChg>
        <pc:spChg chg="mod">
          <ac:chgData name="harsh abad" userId="3aa972a0c7c4cf1e" providerId="LiveId" clId="{508C3893-B0B4-4B4D-BF3B-FF24F6F57962}" dt="2026-09-11T10:23:33.623" v="671" actId="1076"/>
          <ac:spMkLst>
            <pc:docMk/>
            <pc:sldMk cId="0" sldId="256"/>
            <ac:spMk id="15" creationId="{00000000-0000-0000-0000-000000000000}"/>
          </ac:spMkLst>
        </pc:spChg>
        <pc:spChg chg="mod">
          <ac:chgData name="harsh abad" userId="3aa972a0c7c4cf1e" providerId="LiveId" clId="{508C3893-B0B4-4B4D-BF3B-FF24F6F57962}" dt="2026-09-11T10:24:32.869" v="676" actId="1076"/>
          <ac:spMkLst>
            <pc:docMk/>
            <pc:sldMk cId="0" sldId="256"/>
            <ac:spMk id="16" creationId="{00000000-0000-0000-0000-000000000000}"/>
          </ac:spMkLst>
        </pc:spChg>
        <pc:spChg chg="mod">
          <ac:chgData name="harsh abad" userId="3aa972a0c7c4cf1e" providerId="LiveId" clId="{508C3893-B0B4-4B4D-BF3B-FF24F6F57962}" dt="2026-09-11T10:24:51.095" v="678" actId="14100"/>
          <ac:spMkLst>
            <pc:docMk/>
            <pc:sldMk cId="0" sldId="256"/>
            <ac:spMk id="17" creationId="{00000000-0000-0000-0000-000000000000}"/>
          </ac:spMkLst>
        </pc:spChg>
        <pc:spChg chg="mod">
          <ac:chgData name="harsh abad" userId="3aa972a0c7c4cf1e" providerId="LiveId" clId="{508C3893-B0B4-4B4D-BF3B-FF24F6F57962}" dt="2026-09-11T10:23:48.058" v="672" actId="1076"/>
          <ac:spMkLst>
            <pc:docMk/>
            <pc:sldMk cId="0" sldId="256"/>
            <ac:spMk id="18" creationId="{00000000-0000-0000-0000-000000000000}"/>
          </ac:spMkLst>
        </pc:spChg>
        <pc:spChg chg="mod">
          <ac:chgData name="harsh abad" userId="3aa972a0c7c4cf1e" providerId="LiveId" clId="{508C3893-B0B4-4B4D-BF3B-FF24F6F57962}" dt="2026-09-11T10:24:11.381" v="674" actId="1076"/>
          <ac:spMkLst>
            <pc:docMk/>
            <pc:sldMk cId="0" sldId="256"/>
            <ac:spMk id="19" creationId="{00000000-0000-0000-0000-000000000000}"/>
          </ac:spMkLst>
        </pc:spChg>
        <pc:spChg chg="del">
          <ac:chgData name="harsh abad" userId="3aa972a0c7c4cf1e" providerId="LiveId" clId="{508C3893-B0B4-4B4D-BF3B-FF24F6F57962}" dt="2026-09-11T10:25:44.053" v="681" actId="478"/>
          <ac:spMkLst>
            <pc:docMk/>
            <pc:sldMk cId="0" sldId="256"/>
            <ac:spMk id="25" creationId="{00000000-0000-0000-0000-000000000000}"/>
          </ac:spMkLst>
        </pc:spChg>
        <pc:spChg chg="del mod">
          <ac:chgData name="harsh abad" userId="3aa972a0c7c4cf1e" providerId="LiveId" clId="{508C3893-B0B4-4B4D-BF3B-FF24F6F57962}" dt="2026-09-11T10:27:35.281" v="737"/>
          <ac:spMkLst>
            <pc:docMk/>
            <pc:sldMk cId="0" sldId="256"/>
            <ac:spMk id="26" creationId="{00000000-0000-0000-0000-000000000000}"/>
          </ac:spMkLst>
        </pc:spChg>
        <pc:spChg chg="mod">
          <ac:chgData name="harsh abad" userId="3aa972a0c7c4cf1e" providerId="LiveId" clId="{508C3893-B0B4-4B4D-BF3B-FF24F6F57962}" dt="2026-09-11T10:27:14.121" v="735" actId="14100"/>
          <ac:spMkLst>
            <pc:docMk/>
            <pc:sldMk cId="0" sldId="256"/>
            <ac:spMk id="27" creationId="{00000000-0000-0000-0000-000000000000}"/>
          </ac:spMkLst>
        </pc:spChg>
        <pc:spChg chg="mod">
          <ac:chgData name="harsh abad" userId="3aa972a0c7c4cf1e" providerId="LiveId" clId="{508C3893-B0B4-4B4D-BF3B-FF24F6F57962}" dt="2026-09-11T10:26:57.888" v="733" actId="255"/>
          <ac:spMkLst>
            <pc:docMk/>
            <pc:sldMk cId="0" sldId="256"/>
            <ac:spMk id="28" creationId="{00000000-0000-0000-0000-000000000000}"/>
          </ac:spMkLst>
        </pc:spChg>
      </pc:sldChg>
      <pc:sldChg chg="modSp mod">
        <pc:chgData name="harsh abad" userId="3aa972a0c7c4cf1e" providerId="LiveId" clId="{508C3893-B0B4-4B4D-BF3B-FF24F6F57962}" dt="2026-09-11T09:57:43.599" v="597" actId="20577"/>
        <pc:sldMkLst>
          <pc:docMk/>
          <pc:sldMk cId="17253345" sldId="285"/>
        </pc:sldMkLst>
        <pc:spChg chg="mod">
          <ac:chgData name="harsh abad" userId="3aa972a0c7c4cf1e" providerId="LiveId" clId="{508C3893-B0B4-4B4D-BF3B-FF24F6F57962}" dt="2026-09-11T09:57:43.599" v="597" actId="20577"/>
          <ac:spMkLst>
            <pc:docMk/>
            <pc:sldMk cId="17253345" sldId="285"/>
            <ac:spMk id="16" creationId="{3549B7DF-0D2B-2377-7129-14E020EBF472}"/>
          </ac:spMkLst>
        </pc:spChg>
        <pc:spChg chg="mod">
          <ac:chgData name="harsh abad" userId="3aa972a0c7c4cf1e" providerId="LiveId" clId="{508C3893-B0B4-4B4D-BF3B-FF24F6F57962}" dt="2026-09-11T09:57:41.421" v="586" actId="20577"/>
          <ac:spMkLst>
            <pc:docMk/>
            <pc:sldMk cId="17253345" sldId="285"/>
            <ac:spMk id="25" creationId="{20B13B07-2F03-9B19-896C-E268821E4A94}"/>
          </ac:spMkLst>
        </pc:spChg>
        <pc:graphicFrameChg chg="modGraphic">
          <ac:chgData name="harsh abad" userId="3aa972a0c7c4cf1e" providerId="LiveId" clId="{508C3893-B0B4-4B4D-BF3B-FF24F6F57962}" dt="2026-09-11T09:57:40.111" v="582" actId="20577"/>
          <ac:graphicFrameMkLst>
            <pc:docMk/>
            <pc:sldMk cId="17253345" sldId="285"/>
            <ac:graphicFrameMk id="17" creationId="{723CA62C-0E64-278E-5BA7-7D48AB115D14}"/>
          </ac:graphicFrameMkLst>
        </pc:graphicFrameChg>
      </pc:sldChg>
      <pc:sldChg chg="add del">
        <pc:chgData name="harsh abad" userId="3aa972a0c7c4cf1e" providerId="LiveId" clId="{508C3893-B0B4-4B4D-BF3B-FF24F6F57962}" dt="2026-09-11T09:57:39.870" v="581" actId="2696"/>
        <pc:sldMkLst>
          <pc:docMk/>
          <pc:sldMk cId="1925673433" sldId="290"/>
        </pc:sldMkLst>
      </pc:sldChg>
      <pc:sldChg chg="addSp delSp modSp mod">
        <pc:chgData name="harsh abad" userId="3aa972a0c7c4cf1e" providerId="LiveId" clId="{508C3893-B0B4-4B4D-BF3B-FF24F6F57962}" dt="2026-09-11T10:12:23.841" v="625" actId="20577"/>
        <pc:sldMkLst>
          <pc:docMk/>
          <pc:sldMk cId="3625193626" sldId="291"/>
        </pc:sldMkLst>
        <pc:spChg chg="mod">
          <ac:chgData name="harsh abad" userId="3aa972a0c7c4cf1e" providerId="LiveId" clId="{508C3893-B0B4-4B4D-BF3B-FF24F6F57962}" dt="2026-09-11T10:12:23.841" v="625" actId="20577"/>
          <ac:spMkLst>
            <pc:docMk/>
            <pc:sldMk cId="3625193626" sldId="291"/>
            <ac:spMk id="11" creationId="{393E5515-9FB9-B6AE-8993-7343F1989FE1}"/>
          </ac:spMkLst>
        </pc:spChg>
        <pc:spChg chg="add del mod">
          <ac:chgData name="harsh abad" userId="3aa972a0c7c4cf1e" providerId="LiveId" clId="{508C3893-B0B4-4B4D-BF3B-FF24F6F57962}" dt="2026-09-11T09:57:39.627" v="580" actId="1076"/>
          <ac:spMkLst>
            <pc:docMk/>
            <pc:sldMk cId="3625193626" sldId="291"/>
            <ac:spMk id="12" creationId="{60451591-D055-5AFE-EFB6-AC342FAF53B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4279900" y="0"/>
            <a:ext cx="3275013" cy="536575"/>
          </a:xfrm>
          <a:prstGeom prst="rect">
            <a:avLst/>
          </a:prstGeom>
        </p:spPr>
        <p:txBody>
          <a:bodyPr vert="horz" lIns="91440" tIns="45720" rIns="91440" bIns="45720" rtlCol="0"/>
          <a:lstStyle>
            <a:lvl1pPr algn="r">
              <a:defRPr sz="1200"/>
            </a:lvl1pPr>
          </a:lstStyle>
          <a:p>
            <a:fld id="{A2BF3456-A29E-41FE-BFB7-B24F24BEE47B}" type="datetimeFigureOut">
              <a:rPr lang="cs-CZ" smtClean="0"/>
              <a:t>11.09.2026</a:t>
            </a:fld>
            <a:endParaRPr lang="cs-CZ"/>
          </a:p>
        </p:txBody>
      </p:sp>
      <p:sp>
        <p:nvSpPr>
          <p:cNvPr id="4" name="Slide Image Placeholder 3"/>
          <p:cNvSpPr>
            <a:spLocks noGrp="1" noRot="1" noChangeAspect="1"/>
          </p:cNvSpPr>
          <p:nvPr>
            <p:ph type="sldImg" idx="2"/>
          </p:nvPr>
        </p:nvSpPr>
        <p:spPr>
          <a:xfrm>
            <a:off x="571500" y="1336675"/>
            <a:ext cx="6413500" cy="3608388"/>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755650" y="5146675"/>
            <a:ext cx="6045200" cy="42100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10156825"/>
            <a:ext cx="3275013" cy="536575"/>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4279900" y="10156825"/>
            <a:ext cx="3275013" cy="536575"/>
          </a:xfrm>
          <a:prstGeom prst="rect">
            <a:avLst/>
          </a:prstGeom>
        </p:spPr>
        <p:txBody>
          <a:bodyPr vert="horz" lIns="91440" tIns="45720" rIns="91440" bIns="45720" rtlCol="0" anchor="b"/>
          <a:lstStyle>
            <a:lvl1pPr algn="r">
              <a:defRPr sz="1200"/>
            </a:lvl1pPr>
          </a:lstStyle>
          <a:p>
            <a:fld id="{DD95B543-0236-4AEE-9F15-C7CF1150485F}" type="slidenum">
              <a:rPr lang="cs-CZ" smtClean="0"/>
              <a:t>‹#›</a:t>
            </a:fld>
            <a:endParaRPr lang="cs-CZ"/>
          </a:p>
        </p:txBody>
      </p:sp>
    </p:spTree>
    <p:extLst>
      <p:ext uri="{BB962C8B-B14F-4D97-AF65-F5344CB8AC3E}">
        <p14:creationId xmlns:p14="http://schemas.microsoft.com/office/powerpoint/2010/main" val="5225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0950A-3801-23B8-1CE0-2C2B2DF77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CCECE-247F-F8D4-8A0F-3859DB071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6C874-6BF4-0A40-F31F-E13A1B2BFE84}"/>
              </a:ext>
            </a:extLst>
          </p:cNvPr>
          <p:cNvSpPr>
            <a:spLocks noGrp="1"/>
          </p:cNvSpPr>
          <p:nvPr>
            <p:ph type="body" idx="1"/>
          </p:nvPr>
        </p:nvSpPr>
        <p:spPr/>
        <p:txBody>
          <a:bodyPr/>
          <a:lstStyle/>
          <a:p>
            <a:endParaRPr lang="cs-CZ" dirty="0"/>
          </a:p>
        </p:txBody>
      </p:sp>
      <p:sp>
        <p:nvSpPr>
          <p:cNvPr id="4" name="Slide Number Placeholder 3">
            <a:extLst>
              <a:ext uri="{FF2B5EF4-FFF2-40B4-BE49-F238E27FC236}">
                <a16:creationId xmlns:a16="http://schemas.microsoft.com/office/drawing/2014/main" id="{EE5D21B3-F878-2C63-7C66-F961DC6A5660}"/>
              </a:ext>
            </a:extLst>
          </p:cNvPr>
          <p:cNvSpPr>
            <a:spLocks noGrp="1"/>
          </p:cNvSpPr>
          <p:nvPr>
            <p:ph type="sldNum" sz="quarter" idx="5"/>
          </p:nvPr>
        </p:nvSpPr>
        <p:spPr/>
        <p:txBody>
          <a:bodyPr/>
          <a:lstStyle/>
          <a:p>
            <a:fld id="{DD95B543-0236-4AEE-9F15-C7CF1150485F}" type="slidenum">
              <a:rPr lang="cs-CZ" smtClean="0"/>
              <a:t>1</a:t>
            </a:fld>
            <a:endParaRPr lang="cs-CZ"/>
          </a:p>
        </p:txBody>
      </p:sp>
    </p:spTree>
    <p:extLst>
      <p:ext uri="{BB962C8B-B14F-4D97-AF65-F5344CB8AC3E}">
        <p14:creationId xmlns:p14="http://schemas.microsoft.com/office/powerpoint/2010/main" val="2901136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E2320-AABB-453E-0A32-2855B454B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8B10EC-57F3-51E1-2D6B-FFEA2461C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0D6821-28AE-CAA3-8A5E-1B37A8C7D34C}"/>
              </a:ext>
            </a:extLst>
          </p:cNvPr>
          <p:cNvSpPr>
            <a:spLocks noGrp="1"/>
          </p:cNvSpPr>
          <p:nvPr>
            <p:ph type="body" idx="1"/>
          </p:nvPr>
        </p:nvSpPr>
        <p:spPr/>
        <p:txBody>
          <a:bodyPr/>
          <a:lstStyle/>
          <a:p>
            <a:endParaRPr lang="cs-CZ" dirty="0"/>
          </a:p>
        </p:txBody>
      </p:sp>
      <p:sp>
        <p:nvSpPr>
          <p:cNvPr id="4" name="Slide Number Placeholder 3">
            <a:extLst>
              <a:ext uri="{FF2B5EF4-FFF2-40B4-BE49-F238E27FC236}">
                <a16:creationId xmlns:a16="http://schemas.microsoft.com/office/drawing/2014/main" id="{661A9EFF-ACC3-0BFE-E8AE-18DFE2B4D55F}"/>
              </a:ext>
            </a:extLst>
          </p:cNvPr>
          <p:cNvSpPr>
            <a:spLocks noGrp="1"/>
          </p:cNvSpPr>
          <p:nvPr>
            <p:ph type="sldNum" sz="quarter" idx="5"/>
          </p:nvPr>
        </p:nvSpPr>
        <p:spPr/>
        <p:txBody>
          <a:bodyPr/>
          <a:lstStyle/>
          <a:p>
            <a:fld id="{DD95B543-0236-4AEE-9F15-C7CF1150485F}" type="slidenum">
              <a:rPr lang="cs-CZ" smtClean="0"/>
              <a:t>2</a:t>
            </a:fld>
            <a:endParaRPr lang="cs-CZ"/>
          </a:p>
        </p:txBody>
      </p:sp>
    </p:spTree>
    <p:extLst>
      <p:ext uri="{BB962C8B-B14F-4D97-AF65-F5344CB8AC3E}">
        <p14:creationId xmlns:p14="http://schemas.microsoft.com/office/powerpoint/2010/main" val="303400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76289" y="1750055"/>
            <a:ext cx="14257735" cy="3722887"/>
          </a:xfrm>
        </p:spPr>
        <p:txBody>
          <a:bodyPr anchor="b"/>
          <a:lstStyle>
            <a:lvl1pPr algn="ctr">
              <a:defRPr sz="9355"/>
            </a:lvl1pPr>
          </a:lstStyle>
          <a:p>
            <a:r>
              <a:rPr lang="en-US"/>
              <a:t>Click to edit Master title style</a:t>
            </a:r>
            <a:endParaRPr lang="en-US" dirty="0"/>
          </a:p>
        </p:txBody>
      </p:sp>
      <p:sp>
        <p:nvSpPr>
          <p:cNvPr id="3" name="Subtitle 2"/>
          <p:cNvSpPr>
            <a:spLocks noGrp="1"/>
          </p:cNvSpPr>
          <p:nvPr>
            <p:ph type="subTitle" idx="1"/>
          </p:nvPr>
        </p:nvSpPr>
        <p:spPr>
          <a:xfrm>
            <a:off x="2376289" y="5616511"/>
            <a:ext cx="14257735" cy="2581762"/>
          </a:xfrm>
        </p:spPr>
        <p:txBody>
          <a:bodyPr/>
          <a:lstStyle>
            <a:lvl1pPr marL="0" indent="0" algn="ctr">
              <a:buNone/>
              <a:defRPr sz="3742"/>
            </a:lvl1pPr>
            <a:lvl2pPr marL="712866" indent="0" algn="ctr">
              <a:buNone/>
              <a:defRPr sz="3118"/>
            </a:lvl2pPr>
            <a:lvl3pPr marL="1425732" indent="0" algn="ctr">
              <a:buNone/>
              <a:defRPr sz="2807"/>
            </a:lvl3pPr>
            <a:lvl4pPr marL="2138599" indent="0" algn="ctr">
              <a:buNone/>
              <a:defRPr sz="2495"/>
            </a:lvl4pPr>
            <a:lvl5pPr marL="2851465" indent="0" algn="ctr">
              <a:buNone/>
              <a:defRPr sz="2495"/>
            </a:lvl5pPr>
            <a:lvl6pPr marL="3564331" indent="0" algn="ctr">
              <a:buNone/>
              <a:defRPr sz="2495"/>
            </a:lvl6pPr>
            <a:lvl7pPr marL="4277197" indent="0" algn="ctr">
              <a:buNone/>
              <a:defRPr sz="2495"/>
            </a:lvl7pPr>
            <a:lvl8pPr marL="4990064" indent="0" algn="ctr">
              <a:buNone/>
              <a:defRPr sz="2495"/>
            </a:lvl8pPr>
            <a:lvl9pPr marL="5702930" indent="0" algn="ctr">
              <a:buNone/>
              <a:defRPr sz="249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7/27/2026</a:t>
            </a:r>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32969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7/27/2026</a:t>
            </a:r>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239549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7058" y="2665925"/>
            <a:ext cx="16396395" cy="4448157"/>
          </a:xfrm>
        </p:spPr>
        <p:txBody>
          <a:bodyPr anchor="b"/>
          <a:lstStyle>
            <a:lvl1pPr>
              <a:defRPr sz="9355"/>
            </a:lvl1pPr>
          </a:lstStyle>
          <a:p>
            <a:r>
              <a:rPr lang="en-US"/>
              <a:t>Click to edit Master title style</a:t>
            </a:r>
            <a:endParaRPr lang="en-US" dirty="0"/>
          </a:p>
        </p:txBody>
      </p:sp>
      <p:sp>
        <p:nvSpPr>
          <p:cNvPr id="3" name="Text Placeholder 2"/>
          <p:cNvSpPr>
            <a:spLocks noGrp="1"/>
          </p:cNvSpPr>
          <p:nvPr>
            <p:ph type="body" idx="1"/>
          </p:nvPr>
        </p:nvSpPr>
        <p:spPr>
          <a:xfrm>
            <a:off x="1297058" y="7156164"/>
            <a:ext cx="16396395" cy="2339180"/>
          </a:xfrm>
        </p:spPr>
        <p:txBody>
          <a:bodyPr/>
          <a:lstStyle>
            <a:lvl1pPr marL="0" indent="0">
              <a:buNone/>
              <a:defRPr sz="3742">
                <a:solidFill>
                  <a:schemeClr val="tx1">
                    <a:tint val="75000"/>
                  </a:schemeClr>
                </a:solidFill>
              </a:defRPr>
            </a:lvl1pPr>
            <a:lvl2pPr marL="712866" indent="0">
              <a:buNone/>
              <a:defRPr sz="3118">
                <a:solidFill>
                  <a:schemeClr val="tx1">
                    <a:tint val="75000"/>
                  </a:schemeClr>
                </a:solidFill>
              </a:defRPr>
            </a:lvl2pPr>
            <a:lvl3pPr marL="1425732" indent="0">
              <a:buNone/>
              <a:defRPr sz="2807">
                <a:solidFill>
                  <a:schemeClr val="tx1">
                    <a:tint val="75000"/>
                  </a:schemeClr>
                </a:solidFill>
              </a:defRPr>
            </a:lvl3pPr>
            <a:lvl4pPr marL="2138599" indent="0">
              <a:buNone/>
              <a:defRPr sz="2495">
                <a:solidFill>
                  <a:schemeClr val="tx1">
                    <a:tint val="75000"/>
                  </a:schemeClr>
                </a:solidFill>
              </a:defRPr>
            </a:lvl4pPr>
            <a:lvl5pPr marL="2851465" indent="0">
              <a:buNone/>
              <a:defRPr sz="2495">
                <a:solidFill>
                  <a:schemeClr val="tx1">
                    <a:tint val="75000"/>
                  </a:schemeClr>
                </a:solidFill>
              </a:defRPr>
            </a:lvl5pPr>
            <a:lvl6pPr marL="3564331" indent="0">
              <a:buNone/>
              <a:defRPr sz="2495">
                <a:solidFill>
                  <a:schemeClr val="tx1">
                    <a:tint val="75000"/>
                  </a:schemeClr>
                </a:solidFill>
              </a:defRPr>
            </a:lvl6pPr>
            <a:lvl7pPr marL="4277197" indent="0">
              <a:buNone/>
              <a:defRPr sz="2495">
                <a:solidFill>
                  <a:schemeClr val="tx1">
                    <a:tint val="75000"/>
                  </a:schemeClr>
                </a:solidFill>
              </a:defRPr>
            </a:lvl7pPr>
            <a:lvl8pPr marL="4990064" indent="0">
              <a:buNone/>
              <a:defRPr sz="2495">
                <a:solidFill>
                  <a:schemeClr val="tx1">
                    <a:tint val="75000"/>
                  </a:schemeClr>
                </a:solidFill>
              </a:defRPr>
            </a:lvl8pPr>
            <a:lvl9pPr marL="5702930" indent="0">
              <a:buNone/>
              <a:defRPr sz="249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7/27/2026</a:t>
            </a:r>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172319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06959" y="2846623"/>
            <a:ext cx="807938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623971" y="2846623"/>
            <a:ext cx="807938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7/27/2026</a:t>
            </a:r>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279570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09435" y="569326"/>
            <a:ext cx="16396395" cy="206689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09436" y="2621369"/>
            <a:ext cx="8042253" cy="1284692"/>
          </a:xfrm>
        </p:spPr>
        <p:txBody>
          <a:bodyPr anchor="b"/>
          <a:lstStyle>
            <a:lvl1pPr marL="0" indent="0">
              <a:buNone/>
              <a:defRPr sz="3742" b="1"/>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en-US"/>
              <a:t>Click to edit Master text styles</a:t>
            </a:r>
          </a:p>
        </p:txBody>
      </p:sp>
      <p:sp>
        <p:nvSpPr>
          <p:cNvPr id="4" name="Content Placeholder 3"/>
          <p:cNvSpPr>
            <a:spLocks noGrp="1"/>
          </p:cNvSpPr>
          <p:nvPr>
            <p:ph sz="half" idx="2"/>
          </p:nvPr>
        </p:nvSpPr>
        <p:spPr>
          <a:xfrm>
            <a:off x="1309436" y="3906061"/>
            <a:ext cx="80422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23971" y="2621369"/>
            <a:ext cx="8081859" cy="1284692"/>
          </a:xfrm>
        </p:spPr>
        <p:txBody>
          <a:bodyPr anchor="b"/>
          <a:lstStyle>
            <a:lvl1pPr marL="0" indent="0">
              <a:buNone/>
              <a:defRPr sz="3742" b="1"/>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en-US"/>
              <a:t>Click to edit Master text styles</a:t>
            </a:r>
          </a:p>
        </p:txBody>
      </p:sp>
      <p:sp>
        <p:nvSpPr>
          <p:cNvPr id="6" name="Content Placeholder 5"/>
          <p:cNvSpPr>
            <a:spLocks noGrp="1"/>
          </p:cNvSpPr>
          <p:nvPr>
            <p:ph sz="quarter" idx="4"/>
          </p:nvPr>
        </p:nvSpPr>
        <p:spPr>
          <a:xfrm>
            <a:off x="9623971" y="3906061"/>
            <a:ext cx="8081859"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7/27/2026</a:t>
            </a:r>
            <a:endParaRPr lang="en-US" dirty="0"/>
          </a:p>
        </p:txBody>
      </p:sp>
      <p:sp>
        <p:nvSpPr>
          <p:cNvPr id="8" name="Footer Placeholder 7"/>
          <p:cNvSpPr>
            <a:spLocks noGrp="1"/>
          </p:cNvSpPr>
          <p:nvPr>
            <p:ph type="ftr" sz="quarter" idx="11"/>
          </p:nvPr>
        </p:nvSpPr>
        <p:spPr/>
        <p:txBody>
          <a:bodyPr/>
          <a:lstStyle/>
          <a:p>
            <a:endParaRPr lang="cs-CZ"/>
          </a:p>
        </p:txBody>
      </p:sp>
      <p:sp>
        <p:nvSpPr>
          <p:cNvPr id="9" name="Slide Number Placeholder 8"/>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290775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7/27/2026</a:t>
            </a:r>
            <a:endParaRPr lang="en-US" dirty="0"/>
          </a:p>
        </p:txBody>
      </p:sp>
      <p:sp>
        <p:nvSpPr>
          <p:cNvPr id="4" name="Footer Placeholder 3"/>
          <p:cNvSpPr>
            <a:spLocks noGrp="1"/>
          </p:cNvSpPr>
          <p:nvPr>
            <p:ph type="ftr" sz="quarter" idx="11"/>
          </p:nvPr>
        </p:nvSpPr>
        <p:spPr/>
        <p:txBody>
          <a:bodyPr/>
          <a:lstStyle/>
          <a:p>
            <a:endParaRPr lang="cs-CZ"/>
          </a:p>
        </p:txBody>
      </p:sp>
      <p:sp>
        <p:nvSpPr>
          <p:cNvPr id="5" name="Slide Number Placeholder 4"/>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906622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7/27/2026</a:t>
            </a:r>
            <a:endParaRPr lang="en-US" dirty="0"/>
          </a:p>
        </p:txBody>
      </p:sp>
      <p:sp>
        <p:nvSpPr>
          <p:cNvPr id="3" name="Footer Placeholder 2"/>
          <p:cNvSpPr>
            <a:spLocks noGrp="1"/>
          </p:cNvSpPr>
          <p:nvPr>
            <p:ph type="ftr" sz="quarter" idx="11"/>
          </p:nvPr>
        </p:nvSpPr>
        <p:spPr/>
        <p:txBody>
          <a:bodyPr/>
          <a:lstStyle/>
          <a:p>
            <a:endParaRPr lang="cs-CZ"/>
          </a:p>
        </p:txBody>
      </p:sp>
      <p:sp>
        <p:nvSpPr>
          <p:cNvPr id="4" name="Slide Number Placeholder 3"/>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632000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9436" y="712893"/>
            <a:ext cx="6131320" cy="2495127"/>
          </a:xfrm>
        </p:spPr>
        <p:txBody>
          <a:bodyPr anchor="b"/>
          <a:lstStyle>
            <a:lvl1pPr>
              <a:defRPr sz="4989"/>
            </a:lvl1pPr>
          </a:lstStyle>
          <a:p>
            <a:r>
              <a:rPr lang="en-US"/>
              <a:t>Click to edit Master title style</a:t>
            </a:r>
            <a:endParaRPr lang="en-US" dirty="0"/>
          </a:p>
        </p:txBody>
      </p:sp>
      <p:sp>
        <p:nvSpPr>
          <p:cNvPr id="3" name="Content Placeholder 2"/>
          <p:cNvSpPr>
            <a:spLocks noGrp="1"/>
          </p:cNvSpPr>
          <p:nvPr>
            <p:ph idx="1"/>
          </p:nvPr>
        </p:nvSpPr>
        <p:spPr>
          <a:xfrm>
            <a:off x="8081859" y="1539652"/>
            <a:ext cx="9623971" cy="7599245"/>
          </a:xfrm>
        </p:spPr>
        <p:txBody>
          <a:bodyPr/>
          <a:lstStyle>
            <a:lvl1pPr>
              <a:defRPr sz="4989"/>
            </a:lvl1pPr>
            <a:lvl2pPr>
              <a:defRPr sz="4366"/>
            </a:lvl2pPr>
            <a:lvl3pPr>
              <a:defRPr sz="3742"/>
            </a:lvl3pPr>
            <a:lvl4pPr>
              <a:defRPr sz="3118"/>
            </a:lvl4pPr>
            <a:lvl5pPr>
              <a:defRPr sz="3118"/>
            </a:lvl5pPr>
            <a:lvl6pPr>
              <a:defRPr sz="3118"/>
            </a:lvl6pPr>
            <a:lvl7pPr>
              <a:defRPr sz="3118"/>
            </a:lvl7pPr>
            <a:lvl8pPr>
              <a:defRPr sz="3118"/>
            </a:lvl8pPr>
            <a:lvl9pPr>
              <a:defRPr sz="311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09436" y="3208020"/>
            <a:ext cx="6131320" cy="5943254"/>
          </a:xfrm>
        </p:spPr>
        <p:txBody>
          <a:bodyPr/>
          <a:lstStyle>
            <a:lvl1pPr marL="0" indent="0">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7/27/2026</a:t>
            </a:r>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440046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9436" y="712893"/>
            <a:ext cx="6131320" cy="2495127"/>
          </a:xfrm>
        </p:spPr>
        <p:txBody>
          <a:bodyPr anchor="b"/>
          <a:lstStyle>
            <a:lvl1pPr>
              <a:defRPr sz="4989"/>
            </a:lvl1pPr>
          </a:lstStyle>
          <a:p>
            <a:r>
              <a:rPr lang="en-US"/>
              <a:t>Click to edit Master title style</a:t>
            </a:r>
            <a:endParaRPr lang="en-US" dirty="0"/>
          </a:p>
        </p:txBody>
      </p:sp>
      <p:sp>
        <p:nvSpPr>
          <p:cNvPr id="3" name="Picture Placeholder 2"/>
          <p:cNvSpPr>
            <a:spLocks noGrp="1" noChangeAspect="1"/>
          </p:cNvSpPr>
          <p:nvPr>
            <p:ph type="pic" idx="1"/>
          </p:nvPr>
        </p:nvSpPr>
        <p:spPr>
          <a:xfrm>
            <a:off x="8081859" y="1539652"/>
            <a:ext cx="9623971" cy="7599245"/>
          </a:xfrm>
        </p:spPr>
        <p:txBody>
          <a:bodyPr anchor="t"/>
          <a:lstStyle>
            <a:lvl1pPr marL="0" indent="0">
              <a:buNone/>
              <a:defRPr sz="4989"/>
            </a:lvl1pPr>
            <a:lvl2pPr marL="712866" indent="0">
              <a:buNone/>
              <a:defRPr sz="4366"/>
            </a:lvl2pPr>
            <a:lvl3pPr marL="1425732" indent="0">
              <a:buNone/>
              <a:defRPr sz="3742"/>
            </a:lvl3pPr>
            <a:lvl4pPr marL="2138599" indent="0">
              <a:buNone/>
              <a:defRPr sz="3118"/>
            </a:lvl4pPr>
            <a:lvl5pPr marL="2851465" indent="0">
              <a:buNone/>
              <a:defRPr sz="3118"/>
            </a:lvl5pPr>
            <a:lvl6pPr marL="3564331" indent="0">
              <a:buNone/>
              <a:defRPr sz="3118"/>
            </a:lvl6pPr>
            <a:lvl7pPr marL="4277197" indent="0">
              <a:buNone/>
              <a:defRPr sz="3118"/>
            </a:lvl7pPr>
            <a:lvl8pPr marL="4990064" indent="0">
              <a:buNone/>
              <a:defRPr sz="3118"/>
            </a:lvl8pPr>
            <a:lvl9pPr marL="5702930" indent="0">
              <a:buNone/>
              <a:defRPr sz="3118"/>
            </a:lvl9pPr>
          </a:lstStyle>
          <a:p>
            <a:r>
              <a:rPr lang="en-US"/>
              <a:t>Click icon to add picture</a:t>
            </a:r>
            <a:endParaRPr lang="en-US" dirty="0"/>
          </a:p>
        </p:txBody>
      </p:sp>
      <p:sp>
        <p:nvSpPr>
          <p:cNvPr id="4" name="Text Placeholder 3"/>
          <p:cNvSpPr>
            <a:spLocks noGrp="1"/>
          </p:cNvSpPr>
          <p:nvPr>
            <p:ph type="body" sz="half" idx="2"/>
          </p:nvPr>
        </p:nvSpPr>
        <p:spPr>
          <a:xfrm>
            <a:off x="1309436" y="3208020"/>
            <a:ext cx="6131320" cy="5943254"/>
          </a:xfrm>
        </p:spPr>
        <p:txBody>
          <a:bodyPr/>
          <a:lstStyle>
            <a:lvl1pPr marL="0" indent="0">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7/27/2026</a:t>
            </a:r>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78924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7/27/2026</a:t>
            </a:r>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30830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604255" y="569325"/>
            <a:ext cx="4099099" cy="90621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06959" y="569325"/>
            <a:ext cx="12059667"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7/27/2026</a:t>
            </a:r>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52863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06959" y="569326"/>
            <a:ext cx="16396395" cy="206689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06959" y="2846623"/>
            <a:ext cx="16396395"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06959" y="9911198"/>
            <a:ext cx="4277320" cy="569325"/>
          </a:xfrm>
          <a:prstGeom prst="rect">
            <a:avLst/>
          </a:prstGeom>
        </p:spPr>
        <p:txBody>
          <a:bodyPr vert="horz" lIns="91440" tIns="45720" rIns="91440" bIns="45720" rtlCol="0" anchor="ctr"/>
          <a:lstStyle>
            <a:lvl1pPr algn="l">
              <a:defRPr sz="1871">
                <a:solidFill>
                  <a:schemeClr val="tx1">
                    <a:tint val="75000"/>
                  </a:schemeClr>
                </a:solidFill>
              </a:defRPr>
            </a:lvl1pPr>
          </a:lstStyle>
          <a:p>
            <a:r>
              <a:rPr lang="en-US"/>
              <a:t>7/27/2026</a:t>
            </a:r>
            <a:endParaRPr lang="en-US" dirty="0"/>
          </a:p>
        </p:txBody>
      </p:sp>
      <p:sp>
        <p:nvSpPr>
          <p:cNvPr id="5" name="Footer Placeholder 4"/>
          <p:cNvSpPr>
            <a:spLocks noGrp="1"/>
          </p:cNvSpPr>
          <p:nvPr>
            <p:ph type="ftr" sz="quarter" idx="3"/>
          </p:nvPr>
        </p:nvSpPr>
        <p:spPr>
          <a:xfrm>
            <a:off x="6297166" y="9911198"/>
            <a:ext cx="6415981" cy="569325"/>
          </a:xfrm>
          <a:prstGeom prst="rect">
            <a:avLst/>
          </a:prstGeom>
        </p:spPr>
        <p:txBody>
          <a:bodyPr vert="horz" lIns="91440" tIns="45720" rIns="91440" bIns="45720" rtlCol="0" anchor="ctr"/>
          <a:lstStyle>
            <a:lvl1pPr algn="ctr">
              <a:defRPr sz="1871">
                <a:solidFill>
                  <a:schemeClr val="tx1">
                    <a:tint val="75000"/>
                  </a:schemeClr>
                </a:solidFill>
              </a:defRPr>
            </a:lvl1pPr>
          </a:lstStyle>
          <a:p>
            <a:endParaRPr lang="cs-CZ"/>
          </a:p>
        </p:txBody>
      </p:sp>
      <p:sp>
        <p:nvSpPr>
          <p:cNvPr id="6" name="Slide Number Placeholder 5"/>
          <p:cNvSpPr>
            <a:spLocks noGrp="1"/>
          </p:cNvSpPr>
          <p:nvPr>
            <p:ph type="sldNum" sz="quarter" idx="4"/>
          </p:nvPr>
        </p:nvSpPr>
        <p:spPr>
          <a:xfrm>
            <a:off x="13426034" y="9911198"/>
            <a:ext cx="4277320" cy="569325"/>
          </a:xfrm>
          <a:prstGeom prst="rect">
            <a:avLst/>
          </a:prstGeom>
        </p:spPr>
        <p:txBody>
          <a:bodyPr vert="horz" lIns="91440" tIns="45720" rIns="91440" bIns="45720" rtlCol="0" anchor="ctr"/>
          <a:lstStyle>
            <a:lvl1pPr algn="r">
              <a:defRPr sz="1871">
                <a:solidFill>
                  <a:schemeClr val="tx1">
                    <a:tint val="75000"/>
                  </a:schemeClr>
                </a:solidFill>
              </a:defRPr>
            </a:lvl1pPr>
          </a:lstStyle>
          <a:p>
            <a:fld id="{B6F15528-21DE-4FAA-801E-634DDDAF4B2B}" type="slidenum">
              <a:rPr lang="cs-CZ" smtClean="0"/>
              <a:t>‹#›</a:t>
            </a:fld>
            <a:endParaRPr lang="cs-CZ"/>
          </a:p>
        </p:txBody>
      </p:sp>
    </p:spTree>
    <p:extLst>
      <p:ext uri="{BB962C8B-B14F-4D97-AF65-F5344CB8AC3E}">
        <p14:creationId xmlns:p14="http://schemas.microsoft.com/office/powerpoint/2010/main" val="271160262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hdr="0"/>
  <p:txStyles>
    <p:titleStyle>
      <a:lvl1pPr algn="l" defTabSz="1425732"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433" indent="-356433" algn="l" defTabSz="1425732" rtl="0" eaLnBrk="1" latinLnBrk="0" hangingPunct="1">
        <a:lnSpc>
          <a:spcPct val="90000"/>
        </a:lnSpc>
        <a:spcBef>
          <a:spcPts val="1559"/>
        </a:spcBef>
        <a:buFont typeface="Arial" panose="020B0604020202020204" pitchFamily="34" charset="0"/>
        <a:buChar char="•"/>
        <a:defRPr sz="4366" kern="1200">
          <a:solidFill>
            <a:schemeClr val="tx1"/>
          </a:solidFill>
          <a:latin typeface="+mn-lt"/>
          <a:ea typeface="+mn-ea"/>
          <a:cs typeface="+mn-cs"/>
        </a:defRPr>
      </a:lvl1pPr>
      <a:lvl2pPr marL="1069299" indent="-356433" algn="l" defTabSz="1425732"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2166" indent="-356433" algn="l" defTabSz="1425732"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5032"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4pPr>
      <a:lvl5pPr marL="3207898"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5pPr>
      <a:lvl6pPr marL="3920764"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6pPr>
      <a:lvl7pPr marL="4633631"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7pPr>
      <a:lvl8pPr marL="5346497"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8pPr>
      <a:lvl9pPr marL="6059363"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9pPr>
    </p:bodyStyle>
    <p:otherStyle>
      <a:defPPr>
        <a:defRPr lang="en-US"/>
      </a:defPPr>
      <a:lvl1pPr marL="0" algn="l" defTabSz="1425732" rtl="0" eaLnBrk="1" latinLnBrk="0" hangingPunct="1">
        <a:defRPr sz="2807" kern="1200">
          <a:solidFill>
            <a:schemeClr val="tx1"/>
          </a:solidFill>
          <a:latin typeface="+mn-lt"/>
          <a:ea typeface="+mn-ea"/>
          <a:cs typeface="+mn-cs"/>
        </a:defRPr>
      </a:lvl1pPr>
      <a:lvl2pPr marL="712866" algn="l" defTabSz="1425732" rtl="0" eaLnBrk="1" latinLnBrk="0" hangingPunct="1">
        <a:defRPr sz="2807" kern="1200">
          <a:solidFill>
            <a:schemeClr val="tx1"/>
          </a:solidFill>
          <a:latin typeface="+mn-lt"/>
          <a:ea typeface="+mn-ea"/>
          <a:cs typeface="+mn-cs"/>
        </a:defRPr>
      </a:lvl2pPr>
      <a:lvl3pPr marL="1425732" algn="l" defTabSz="1425732" rtl="0" eaLnBrk="1" latinLnBrk="0" hangingPunct="1">
        <a:defRPr sz="2807" kern="1200">
          <a:solidFill>
            <a:schemeClr val="tx1"/>
          </a:solidFill>
          <a:latin typeface="+mn-lt"/>
          <a:ea typeface="+mn-ea"/>
          <a:cs typeface="+mn-cs"/>
        </a:defRPr>
      </a:lvl3pPr>
      <a:lvl4pPr marL="2138599" algn="l" defTabSz="1425732" rtl="0" eaLnBrk="1" latinLnBrk="0" hangingPunct="1">
        <a:defRPr sz="2807" kern="1200">
          <a:solidFill>
            <a:schemeClr val="tx1"/>
          </a:solidFill>
          <a:latin typeface="+mn-lt"/>
          <a:ea typeface="+mn-ea"/>
          <a:cs typeface="+mn-cs"/>
        </a:defRPr>
      </a:lvl4pPr>
      <a:lvl5pPr marL="2851465" algn="l" defTabSz="1425732" rtl="0" eaLnBrk="1" latinLnBrk="0" hangingPunct="1">
        <a:defRPr sz="2807" kern="1200">
          <a:solidFill>
            <a:schemeClr val="tx1"/>
          </a:solidFill>
          <a:latin typeface="+mn-lt"/>
          <a:ea typeface="+mn-ea"/>
          <a:cs typeface="+mn-cs"/>
        </a:defRPr>
      </a:lvl5pPr>
      <a:lvl6pPr marL="3564331" algn="l" defTabSz="1425732" rtl="0" eaLnBrk="1" latinLnBrk="0" hangingPunct="1">
        <a:defRPr sz="2807" kern="1200">
          <a:solidFill>
            <a:schemeClr val="tx1"/>
          </a:solidFill>
          <a:latin typeface="+mn-lt"/>
          <a:ea typeface="+mn-ea"/>
          <a:cs typeface="+mn-cs"/>
        </a:defRPr>
      </a:lvl6pPr>
      <a:lvl7pPr marL="4277197" algn="l" defTabSz="1425732" rtl="0" eaLnBrk="1" latinLnBrk="0" hangingPunct="1">
        <a:defRPr sz="2807" kern="1200">
          <a:solidFill>
            <a:schemeClr val="tx1"/>
          </a:solidFill>
          <a:latin typeface="+mn-lt"/>
          <a:ea typeface="+mn-ea"/>
          <a:cs typeface="+mn-cs"/>
        </a:defRPr>
      </a:lvl7pPr>
      <a:lvl8pPr marL="4990064" algn="l" defTabSz="1425732" rtl="0" eaLnBrk="1" latinLnBrk="0" hangingPunct="1">
        <a:defRPr sz="2807" kern="1200">
          <a:solidFill>
            <a:schemeClr val="tx1"/>
          </a:solidFill>
          <a:latin typeface="+mn-lt"/>
          <a:ea typeface="+mn-ea"/>
          <a:cs typeface="+mn-cs"/>
        </a:defRPr>
      </a:lvl8pPr>
      <a:lvl9pPr marL="5702930" algn="l" defTabSz="1425732" rtl="0" eaLnBrk="1" latinLnBrk="0" hangingPunct="1">
        <a:defRPr sz="280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2BAF1-C041-2EB4-3281-B903411B9FFC}"/>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65C7A9B4-7CEC-A17C-8FD8-B888C438CCFE}"/>
              </a:ext>
            </a:extLst>
          </p:cNvPr>
          <p:cNvPicPr>
            <a:picLocks noChangeAspect="1"/>
          </p:cNvPicPr>
          <p:nvPr/>
        </p:nvPicPr>
        <p:blipFill>
          <a:blip r:embed="rId3"/>
          <a:srcRect b="4297"/>
          <a:stretch>
            <a:fillRect/>
          </a:stretch>
        </p:blipFill>
        <p:spPr>
          <a:xfrm>
            <a:off x="0" y="1082680"/>
            <a:ext cx="18999997" cy="4264019"/>
          </a:xfrm>
          <a:prstGeom prst="rect">
            <a:avLst/>
          </a:prstGeom>
        </p:spPr>
      </p:pic>
      <p:grpSp>
        <p:nvGrpSpPr>
          <p:cNvPr id="24" name="Group 23">
            <a:extLst>
              <a:ext uri="{FF2B5EF4-FFF2-40B4-BE49-F238E27FC236}">
                <a16:creationId xmlns:a16="http://schemas.microsoft.com/office/drawing/2014/main" id="{4DC0E9B2-0A05-49CE-F896-07C94288C2F2}"/>
              </a:ext>
            </a:extLst>
          </p:cNvPr>
          <p:cNvGrpSpPr/>
          <p:nvPr/>
        </p:nvGrpSpPr>
        <p:grpSpPr>
          <a:xfrm>
            <a:off x="0" y="0"/>
            <a:ext cx="19010313" cy="1112119"/>
            <a:chOff x="-324644" y="2222500"/>
            <a:chExt cx="22261685" cy="1302327"/>
          </a:xfrm>
        </p:grpSpPr>
        <p:sp>
          <p:nvSpPr>
            <p:cNvPr id="2" name="object 2">
              <a:extLst>
                <a:ext uri="{FF2B5EF4-FFF2-40B4-BE49-F238E27FC236}">
                  <a16:creationId xmlns:a16="http://schemas.microsoft.com/office/drawing/2014/main" id="{772E3824-A8BD-0246-524E-0F05B4E14847}"/>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3" name="object 3">
              <a:extLst>
                <a:ext uri="{FF2B5EF4-FFF2-40B4-BE49-F238E27FC236}">
                  <a16:creationId xmlns:a16="http://schemas.microsoft.com/office/drawing/2014/main" id="{27BB3B7A-5F3D-4158-8B95-75CBCB9BB89A}"/>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22" name="object 2">
              <a:extLst>
                <a:ext uri="{FF2B5EF4-FFF2-40B4-BE49-F238E27FC236}">
                  <a16:creationId xmlns:a16="http://schemas.microsoft.com/office/drawing/2014/main" id="{694CD4D4-1E51-1878-6A89-47B9A558853B}"/>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23" name="object 2">
              <a:extLst>
                <a:ext uri="{FF2B5EF4-FFF2-40B4-BE49-F238E27FC236}">
                  <a16:creationId xmlns:a16="http://schemas.microsoft.com/office/drawing/2014/main" id="{5E439E67-4596-092B-70B3-59250CB0068D}"/>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id="{8A7A8640-F303-B061-AC9A-62D09966ACCF}"/>
              </a:ext>
            </a:extLst>
          </p:cNvPr>
          <p:cNvSpPr txBox="1"/>
          <p:nvPr/>
        </p:nvSpPr>
        <p:spPr>
          <a:xfrm>
            <a:off x="-185555" y="173458"/>
            <a:ext cx="7118981" cy="580928"/>
          </a:xfrm>
          <a:prstGeom prst="rect">
            <a:avLst/>
          </a:prstGeom>
          <a:noFill/>
        </p:spPr>
        <p:txBody>
          <a:bodyPr vert="horz" wrap="square" lIns="0" tIns="87630" rIns="0" bIns="0" rtlCol="0">
            <a:spAutoFit/>
          </a:bodyPr>
          <a:lstStyle/>
          <a:p>
            <a:pPr marL="406400">
              <a:spcBef>
                <a:spcPts val="690"/>
              </a:spcBef>
            </a:pPr>
            <a:r>
              <a:rPr lang="en-GB" sz="3200" spc="-5" dirty="0">
                <a:solidFill>
                  <a:srgbClr val="FFFFFF"/>
                </a:solidFill>
                <a:cs typeface="Source Sans Pro Light"/>
              </a:rPr>
              <a:t>Department of Information Technology </a:t>
            </a:r>
            <a:endParaRPr sz="3200" dirty="0">
              <a:cs typeface="Source Sans Pro Light"/>
            </a:endParaRPr>
          </a:p>
        </p:txBody>
      </p:sp>
      <p:sp>
        <p:nvSpPr>
          <p:cNvPr id="7" name="object 7">
            <a:extLst>
              <a:ext uri="{FF2B5EF4-FFF2-40B4-BE49-F238E27FC236}">
                <a16:creationId xmlns:a16="http://schemas.microsoft.com/office/drawing/2014/main" id="{C076575C-25D6-85EF-AC00-95B58D7006AB}"/>
              </a:ext>
            </a:extLst>
          </p:cNvPr>
          <p:cNvSpPr txBox="1"/>
          <p:nvPr/>
        </p:nvSpPr>
        <p:spPr>
          <a:xfrm>
            <a:off x="6833493" y="288707"/>
            <a:ext cx="2785059" cy="505267"/>
          </a:xfrm>
          <a:prstGeom prst="rect">
            <a:avLst/>
          </a:prstGeom>
        </p:spPr>
        <p:txBody>
          <a:bodyPr vert="horz" wrap="square" lIns="0" tIns="12700" rIns="0" bIns="0" rtlCol="0">
            <a:spAutoFit/>
          </a:bodyPr>
          <a:lstStyle/>
          <a:p>
            <a:pPr marL="12700">
              <a:spcBef>
                <a:spcPts val="100"/>
              </a:spcBef>
            </a:pPr>
            <a:r>
              <a:rPr lang="en-GB" sz="3200" spc="-15" dirty="0">
                <a:solidFill>
                  <a:srgbClr val="FFFFFF"/>
                </a:solidFill>
                <a:cs typeface="Source Sans Pro Light"/>
              </a:rPr>
              <a:t>WIT, Solapur</a:t>
            </a:r>
            <a:endParaRPr sz="3200" dirty="0">
              <a:cs typeface="Source Sans Pro Light"/>
            </a:endParaRPr>
          </a:p>
        </p:txBody>
      </p:sp>
      <p:sp>
        <p:nvSpPr>
          <p:cNvPr id="18" name="object 18">
            <a:extLst>
              <a:ext uri="{FF2B5EF4-FFF2-40B4-BE49-F238E27FC236}">
                <a16:creationId xmlns:a16="http://schemas.microsoft.com/office/drawing/2014/main" id="{C07D93BB-71BD-74F2-C5CE-CDC00483B481}"/>
              </a:ext>
            </a:extLst>
          </p:cNvPr>
          <p:cNvSpPr txBox="1"/>
          <p:nvPr/>
        </p:nvSpPr>
        <p:spPr>
          <a:xfrm>
            <a:off x="1838386" y="5817280"/>
            <a:ext cx="16559808" cy="1120820"/>
          </a:xfrm>
          <a:prstGeom prst="rect">
            <a:avLst/>
          </a:prstGeom>
        </p:spPr>
        <p:txBody>
          <a:bodyPr vert="horz" wrap="square" lIns="0" tIns="12700" rIns="0" bIns="0" rtlCol="0">
            <a:spAutoFit/>
          </a:bodyPr>
          <a:lstStyle/>
          <a:p>
            <a:pPr marL="1223010" marR="5080" indent="-1210945" algn="ctr">
              <a:lnSpc>
                <a:spcPct val="100000"/>
              </a:lnSpc>
              <a:spcBef>
                <a:spcPts val="100"/>
              </a:spcBef>
            </a:pPr>
            <a:r>
              <a:rPr lang="en-GB" sz="7200" spc="-5" dirty="0">
                <a:solidFill>
                  <a:srgbClr val="00318B"/>
                </a:solidFill>
                <a:cs typeface="Source Sans Pro"/>
              </a:rPr>
              <a:t>PROJECT SYNOPSIS PRESENTATION</a:t>
            </a:r>
            <a:endParaRPr lang="cs-CZ" sz="7200" dirty="0">
              <a:cs typeface="Source Sans Pro"/>
            </a:endParaRPr>
          </a:p>
        </p:txBody>
      </p:sp>
      <p:pic>
        <p:nvPicPr>
          <p:cNvPr id="14" name="Picture 13">
            <a:extLst>
              <a:ext uri="{FF2B5EF4-FFF2-40B4-BE49-F238E27FC236}">
                <a16:creationId xmlns:a16="http://schemas.microsoft.com/office/drawing/2014/main" id="{964A2324-B93F-5633-304B-2787AB89CF13}"/>
              </a:ext>
            </a:extLst>
          </p:cNvPr>
          <p:cNvPicPr>
            <a:picLocks noChangeAspect="1"/>
          </p:cNvPicPr>
          <p:nvPr/>
        </p:nvPicPr>
        <p:blipFill>
          <a:blip r:embed="rId4"/>
          <a:stretch>
            <a:fillRect/>
          </a:stretch>
        </p:blipFill>
        <p:spPr>
          <a:xfrm>
            <a:off x="17786076" y="-28800"/>
            <a:ext cx="1224237" cy="1140920"/>
          </a:xfrm>
          <a:prstGeom prst="rect">
            <a:avLst/>
          </a:prstGeom>
        </p:spPr>
      </p:pic>
      <p:sp>
        <p:nvSpPr>
          <p:cNvPr id="16" name="object 18">
            <a:extLst>
              <a:ext uri="{FF2B5EF4-FFF2-40B4-BE49-F238E27FC236}">
                <a16:creationId xmlns:a16="http://schemas.microsoft.com/office/drawing/2014/main" id="{3549B7DF-0D2B-2377-7129-14E020EBF472}"/>
              </a:ext>
            </a:extLst>
          </p:cNvPr>
          <p:cNvSpPr txBox="1"/>
          <p:nvPr/>
        </p:nvSpPr>
        <p:spPr>
          <a:xfrm>
            <a:off x="1261661" y="7557678"/>
            <a:ext cx="16559808" cy="628377"/>
          </a:xfrm>
          <a:prstGeom prst="rect">
            <a:avLst/>
          </a:prstGeom>
        </p:spPr>
        <p:txBody>
          <a:bodyPr vert="horz" wrap="square" lIns="0" tIns="12700" rIns="0" bIns="0" rtlCol="0">
            <a:spAutoFit/>
          </a:bodyPr>
          <a:lstStyle/>
          <a:p>
            <a:pPr marL="1223010" marR="5080" indent="-1210945" algn="ctr">
              <a:lnSpc>
                <a:spcPct val="100000"/>
              </a:lnSpc>
              <a:spcBef>
                <a:spcPts val="100"/>
              </a:spcBef>
            </a:pPr>
            <a:r>
              <a:rPr lang="en-GB" sz="4000" spc="-5" dirty="0">
                <a:solidFill>
                  <a:srgbClr val="C00000"/>
                </a:solidFill>
                <a:cs typeface="Source Sans Pro"/>
              </a:rPr>
              <a:t>“</a:t>
            </a:r>
            <a:r>
              <a:rPr lang="en-US" sz="4000" spc="-5" dirty="0" err="1">
                <a:solidFill>
                  <a:srgbClr val="C00000"/>
                </a:solidFill>
                <a:cs typeface="Source Sans Pro"/>
              </a:rPr>
              <a:t>FutureVerse</a:t>
            </a:r>
            <a:r>
              <a:rPr lang="en-US" sz="4000" spc="-5" dirty="0">
                <a:solidFill>
                  <a:srgbClr val="C00000"/>
                </a:solidFill>
                <a:cs typeface="Source Sans Pro"/>
              </a:rPr>
              <a:t>: A Machine Learning-Based Frame</a:t>
            </a:r>
            <a:r>
              <a:rPr lang="en-GB" sz="4000" spc="-5" dirty="0">
                <a:solidFill>
                  <a:srgbClr val="C00000"/>
                </a:solidFill>
                <a:cs typeface="Source Sans Pro"/>
              </a:rPr>
              <a:t>”</a:t>
            </a:r>
            <a:endParaRPr lang="cs-CZ" sz="4000" dirty="0">
              <a:solidFill>
                <a:srgbClr val="C00000"/>
              </a:solidFill>
              <a:cs typeface="Source Sans Pro"/>
            </a:endParaRPr>
          </a:p>
        </p:txBody>
      </p:sp>
      <p:graphicFrame>
        <p:nvGraphicFramePr>
          <p:cNvPr id="17" name="Table 16">
            <a:extLst>
              <a:ext uri="{FF2B5EF4-FFF2-40B4-BE49-F238E27FC236}">
                <a16:creationId xmlns:a16="http://schemas.microsoft.com/office/drawing/2014/main" id="{723CA62C-0E64-278E-5BA7-7D48AB115D14}"/>
              </a:ext>
            </a:extLst>
          </p:cNvPr>
          <p:cNvGraphicFramePr>
            <a:graphicFrameLocks noGrp="1"/>
          </p:cNvGraphicFramePr>
          <p:nvPr>
            <p:extLst>
              <p:ext uri="{D42A27DB-BD31-4B8C-83A1-F6EECF244321}">
                <p14:modId xmlns:p14="http://schemas.microsoft.com/office/powerpoint/2010/main" val="4164419938"/>
              </p:ext>
            </p:extLst>
          </p:nvPr>
        </p:nvGraphicFramePr>
        <p:xfrm>
          <a:off x="6552828" y="8748828"/>
          <a:ext cx="6616358" cy="519240"/>
        </p:xfrm>
        <a:graphic>
          <a:graphicData uri="http://schemas.openxmlformats.org/drawingml/2006/table">
            <a:tbl>
              <a:tblPr firstRow="1" bandRow="1">
                <a:tableStyleId>{00A15C55-8517-42AA-B614-E9B94910E393}</a:tableStyleId>
              </a:tblPr>
              <a:tblGrid>
                <a:gridCol w="2880320">
                  <a:extLst>
                    <a:ext uri="{9D8B030D-6E8A-4147-A177-3AD203B41FA5}">
                      <a16:colId xmlns:a16="http://schemas.microsoft.com/office/drawing/2014/main" val="3433815265"/>
                    </a:ext>
                  </a:extLst>
                </a:gridCol>
                <a:gridCol w="3736038">
                  <a:extLst>
                    <a:ext uri="{9D8B030D-6E8A-4147-A177-3AD203B41FA5}">
                      <a16:colId xmlns:a16="http://schemas.microsoft.com/office/drawing/2014/main" val="3971670629"/>
                    </a:ext>
                  </a:extLst>
                </a:gridCol>
              </a:tblGrid>
              <a:tr h="370840">
                <a:tc>
                  <a:txBody>
                    <a:bodyPr/>
                    <a:lstStyle/>
                    <a:p>
                      <a:r>
                        <a:rPr lang="en-GB" dirty="0">
                          <a:solidFill>
                            <a:schemeClr val="tx1"/>
                          </a:solidFill>
                        </a:rPr>
                        <a:t>GROUP NO:</a:t>
                      </a:r>
                      <a:endParaRPr lang="en-IN" dirty="0">
                        <a:solidFill>
                          <a:schemeClr val="tx1"/>
                        </a:solidFill>
                      </a:endParaRPr>
                    </a:p>
                  </a:txBody>
                  <a:tcPr/>
                </a:tc>
                <a:tc>
                  <a:txBody>
                    <a:bodyPr/>
                    <a:lstStyle/>
                    <a:p>
                      <a:endParaRPr lang="en-IN" dirty="0">
                        <a:solidFill>
                          <a:schemeClr val="tx1"/>
                        </a:solidFill>
                      </a:endParaRPr>
                    </a:p>
                  </a:txBody>
                  <a:tcPr/>
                </a:tc>
                <a:extLst>
                  <a:ext uri="{0D108BD9-81ED-4DB2-BD59-A6C34878D82A}">
                    <a16:rowId xmlns:a16="http://schemas.microsoft.com/office/drawing/2014/main" val="2755154563"/>
                  </a:ext>
                </a:extLst>
              </a:tr>
            </a:tbl>
          </a:graphicData>
        </a:graphic>
      </p:graphicFrame>
      <p:sp>
        <p:nvSpPr>
          <p:cNvPr id="25" name="object 18">
            <a:extLst>
              <a:ext uri="{FF2B5EF4-FFF2-40B4-BE49-F238E27FC236}">
                <a16:creationId xmlns:a16="http://schemas.microsoft.com/office/drawing/2014/main" id="{20B13B07-2F03-9B19-896C-E268821E4A94}"/>
              </a:ext>
            </a:extLst>
          </p:cNvPr>
          <p:cNvSpPr txBox="1"/>
          <p:nvPr/>
        </p:nvSpPr>
        <p:spPr>
          <a:xfrm>
            <a:off x="1252537" y="9348221"/>
            <a:ext cx="16559808" cy="628377"/>
          </a:xfrm>
          <a:prstGeom prst="rect">
            <a:avLst/>
          </a:prstGeom>
        </p:spPr>
        <p:txBody>
          <a:bodyPr vert="horz" wrap="square" lIns="0" tIns="12700" rIns="0" bIns="0" rtlCol="0">
            <a:spAutoFit/>
          </a:bodyPr>
          <a:lstStyle/>
          <a:p>
            <a:pPr marL="1223010" marR="5080" indent="-1210945" algn="ctr">
              <a:lnSpc>
                <a:spcPct val="100000"/>
              </a:lnSpc>
              <a:spcBef>
                <a:spcPts val="100"/>
              </a:spcBef>
            </a:pPr>
            <a:r>
              <a:rPr lang="en-GB" sz="4000" spc="-5" dirty="0">
                <a:solidFill>
                  <a:srgbClr val="C00000"/>
                </a:solidFill>
                <a:cs typeface="Source Sans Pro"/>
              </a:rPr>
              <a:t>GUIDE : </a:t>
            </a:r>
            <a:endParaRPr lang="cs-CZ" sz="4000" dirty="0">
              <a:solidFill>
                <a:srgbClr val="C00000"/>
              </a:solidFill>
              <a:cs typeface="Source Sans Pro"/>
            </a:endParaRPr>
          </a:p>
        </p:txBody>
      </p:sp>
    </p:spTree>
    <p:extLst>
      <p:ext uri="{BB962C8B-B14F-4D97-AF65-F5344CB8AC3E}">
        <p14:creationId xmlns:p14="http://schemas.microsoft.com/office/powerpoint/2010/main" val="17253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FE0C0-F8D1-8E73-28A5-86D8FE78FC89}"/>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743C56F7-731E-D107-283C-63F233DDAD94}"/>
              </a:ext>
            </a:extLst>
          </p:cNvPr>
          <p:cNvGrpSpPr/>
          <p:nvPr/>
        </p:nvGrpSpPr>
        <p:grpSpPr>
          <a:xfrm>
            <a:off x="0" y="0"/>
            <a:ext cx="19010313" cy="1112119"/>
            <a:chOff x="-324644" y="2222500"/>
            <a:chExt cx="22261685" cy="1302327"/>
          </a:xfrm>
        </p:grpSpPr>
        <p:sp>
          <p:nvSpPr>
            <p:cNvPr id="2" name="object 2">
              <a:extLst>
                <a:ext uri="{FF2B5EF4-FFF2-40B4-BE49-F238E27FC236}">
                  <a16:creationId xmlns:a16="http://schemas.microsoft.com/office/drawing/2014/main" id="{98BDD267-3EFC-1089-10FB-1D348B30E79B}"/>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3" name="object 3">
              <a:extLst>
                <a:ext uri="{FF2B5EF4-FFF2-40B4-BE49-F238E27FC236}">
                  <a16:creationId xmlns:a16="http://schemas.microsoft.com/office/drawing/2014/main" id="{DEB5A754-9161-2B4E-9C20-F0355A222A21}"/>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22" name="object 2">
              <a:extLst>
                <a:ext uri="{FF2B5EF4-FFF2-40B4-BE49-F238E27FC236}">
                  <a16:creationId xmlns:a16="http://schemas.microsoft.com/office/drawing/2014/main" id="{F79AC783-91E4-4429-57F3-91312CD5A097}"/>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23" name="object 2">
              <a:extLst>
                <a:ext uri="{FF2B5EF4-FFF2-40B4-BE49-F238E27FC236}">
                  <a16:creationId xmlns:a16="http://schemas.microsoft.com/office/drawing/2014/main" id="{4783563A-1830-5716-6CF4-2C0084A21A33}"/>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id="{DF49171A-E3FE-6B71-22DB-769D34F91FA8}"/>
              </a:ext>
            </a:extLst>
          </p:cNvPr>
          <p:cNvSpPr txBox="1"/>
          <p:nvPr/>
        </p:nvSpPr>
        <p:spPr>
          <a:xfrm>
            <a:off x="-185555" y="173458"/>
            <a:ext cx="7118981" cy="580928"/>
          </a:xfrm>
          <a:prstGeom prst="rect">
            <a:avLst/>
          </a:prstGeom>
          <a:noFill/>
        </p:spPr>
        <p:txBody>
          <a:bodyPr vert="horz" wrap="square" lIns="0" tIns="87630" rIns="0" bIns="0" rtlCol="0">
            <a:spAutoFit/>
          </a:bodyPr>
          <a:lstStyle/>
          <a:p>
            <a:pPr marL="406400">
              <a:spcBef>
                <a:spcPts val="690"/>
              </a:spcBef>
            </a:pPr>
            <a:r>
              <a:rPr lang="en-GB" sz="3200" spc="-5" dirty="0">
                <a:solidFill>
                  <a:srgbClr val="FFFFFF"/>
                </a:solidFill>
                <a:cs typeface="Source Sans Pro Light"/>
              </a:rPr>
              <a:t>Department of Information Technology </a:t>
            </a:r>
            <a:endParaRPr sz="3200" dirty="0">
              <a:cs typeface="Source Sans Pro Light"/>
            </a:endParaRPr>
          </a:p>
        </p:txBody>
      </p:sp>
      <p:sp>
        <p:nvSpPr>
          <p:cNvPr id="7" name="object 7">
            <a:extLst>
              <a:ext uri="{FF2B5EF4-FFF2-40B4-BE49-F238E27FC236}">
                <a16:creationId xmlns:a16="http://schemas.microsoft.com/office/drawing/2014/main" id="{87EF536A-644D-A987-15ED-123778ABF6C9}"/>
              </a:ext>
            </a:extLst>
          </p:cNvPr>
          <p:cNvSpPr txBox="1"/>
          <p:nvPr/>
        </p:nvSpPr>
        <p:spPr>
          <a:xfrm>
            <a:off x="6833493" y="288707"/>
            <a:ext cx="2785059" cy="505267"/>
          </a:xfrm>
          <a:prstGeom prst="rect">
            <a:avLst/>
          </a:prstGeom>
        </p:spPr>
        <p:txBody>
          <a:bodyPr vert="horz" wrap="square" lIns="0" tIns="12700" rIns="0" bIns="0" rtlCol="0">
            <a:spAutoFit/>
          </a:bodyPr>
          <a:lstStyle/>
          <a:p>
            <a:pPr marL="12700">
              <a:spcBef>
                <a:spcPts val="100"/>
              </a:spcBef>
            </a:pPr>
            <a:r>
              <a:rPr lang="en-GB" sz="3200" spc="-15" dirty="0">
                <a:solidFill>
                  <a:srgbClr val="FFFFFF"/>
                </a:solidFill>
                <a:cs typeface="Source Sans Pro Light"/>
              </a:rPr>
              <a:t>WIT, Solapur</a:t>
            </a:r>
            <a:endParaRPr sz="3200" dirty="0">
              <a:cs typeface="Source Sans Pro Light"/>
            </a:endParaRPr>
          </a:p>
        </p:txBody>
      </p:sp>
      <p:sp>
        <p:nvSpPr>
          <p:cNvPr id="18" name="object 18">
            <a:extLst>
              <a:ext uri="{FF2B5EF4-FFF2-40B4-BE49-F238E27FC236}">
                <a16:creationId xmlns:a16="http://schemas.microsoft.com/office/drawing/2014/main" id="{029C9FDB-8606-AA68-B337-AA1658A95C90}"/>
              </a:ext>
            </a:extLst>
          </p:cNvPr>
          <p:cNvSpPr txBox="1"/>
          <p:nvPr/>
        </p:nvSpPr>
        <p:spPr>
          <a:xfrm>
            <a:off x="846008" y="3446174"/>
            <a:ext cx="16559808" cy="1120820"/>
          </a:xfrm>
          <a:prstGeom prst="rect">
            <a:avLst/>
          </a:prstGeom>
        </p:spPr>
        <p:txBody>
          <a:bodyPr vert="horz" wrap="square" lIns="0" tIns="12700" rIns="0" bIns="0" rtlCol="0">
            <a:spAutoFit/>
          </a:bodyPr>
          <a:lstStyle/>
          <a:p>
            <a:pPr marL="1223010" marR="5080" indent="-1210945" algn="ctr">
              <a:lnSpc>
                <a:spcPct val="100000"/>
              </a:lnSpc>
              <a:spcBef>
                <a:spcPts val="100"/>
              </a:spcBef>
            </a:pPr>
            <a:r>
              <a:rPr lang="en-GB" sz="7200" spc="-5" dirty="0">
                <a:solidFill>
                  <a:srgbClr val="00318B"/>
                </a:solidFill>
                <a:cs typeface="Source Sans Pro"/>
              </a:rPr>
              <a:t>TEAM DETAILS  </a:t>
            </a:r>
            <a:endParaRPr lang="cs-CZ" sz="7200" dirty="0">
              <a:cs typeface="Source Sans Pro"/>
            </a:endParaRPr>
          </a:p>
        </p:txBody>
      </p:sp>
      <p:pic>
        <p:nvPicPr>
          <p:cNvPr id="14" name="Picture 13">
            <a:extLst>
              <a:ext uri="{FF2B5EF4-FFF2-40B4-BE49-F238E27FC236}">
                <a16:creationId xmlns:a16="http://schemas.microsoft.com/office/drawing/2014/main" id="{FB2AB8DF-435F-0CE7-EF49-FC18064AA782}"/>
              </a:ext>
            </a:extLst>
          </p:cNvPr>
          <p:cNvPicPr>
            <a:picLocks noChangeAspect="1"/>
          </p:cNvPicPr>
          <p:nvPr/>
        </p:nvPicPr>
        <p:blipFill>
          <a:blip r:embed="rId3"/>
          <a:stretch>
            <a:fillRect/>
          </a:stretch>
        </p:blipFill>
        <p:spPr>
          <a:xfrm>
            <a:off x="8308204" y="1343737"/>
            <a:ext cx="1224237" cy="1140920"/>
          </a:xfrm>
          <a:prstGeom prst="rect">
            <a:avLst/>
          </a:prstGeom>
        </p:spPr>
      </p:pic>
      <p:sp>
        <p:nvSpPr>
          <p:cNvPr id="16" name="object 18">
            <a:extLst>
              <a:ext uri="{FF2B5EF4-FFF2-40B4-BE49-F238E27FC236}">
                <a16:creationId xmlns:a16="http://schemas.microsoft.com/office/drawing/2014/main" id="{F429F8F8-A1F8-84CB-DC87-B9AF62522CD6}"/>
              </a:ext>
            </a:extLst>
          </p:cNvPr>
          <p:cNvSpPr txBox="1"/>
          <p:nvPr/>
        </p:nvSpPr>
        <p:spPr>
          <a:xfrm>
            <a:off x="846008" y="2653629"/>
            <a:ext cx="16559808" cy="628377"/>
          </a:xfrm>
          <a:prstGeom prst="rect">
            <a:avLst/>
          </a:prstGeom>
        </p:spPr>
        <p:txBody>
          <a:bodyPr vert="horz" wrap="square" lIns="0" tIns="12700" rIns="0" bIns="0" rtlCol="0">
            <a:spAutoFit/>
          </a:bodyPr>
          <a:lstStyle/>
          <a:p>
            <a:pPr marL="1223010" marR="5080" indent="-1210945" algn="ctr">
              <a:lnSpc>
                <a:spcPct val="100000"/>
              </a:lnSpc>
              <a:spcBef>
                <a:spcPts val="100"/>
              </a:spcBef>
            </a:pPr>
            <a:r>
              <a:rPr lang="en-GB" sz="4000" spc="-5" dirty="0">
                <a:solidFill>
                  <a:srgbClr val="C00000"/>
                </a:solidFill>
                <a:cs typeface="Source Sans Pro"/>
              </a:rPr>
              <a:t>“TITLE OF PROJECT”</a:t>
            </a:r>
            <a:endParaRPr lang="cs-CZ" sz="4000" dirty="0">
              <a:solidFill>
                <a:srgbClr val="C00000"/>
              </a:solidFill>
              <a:cs typeface="Source Sans Pro"/>
            </a:endParaRPr>
          </a:p>
        </p:txBody>
      </p:sp>
      <p:graphicFrame>
        <p:nvGraphicFramePr>
          <p:cNvPr id="17" name="Table 16">
            <a:extLst>
              <a:ext uri="{FF2B5EF4-FFF2-40B4-BE49-F238E27FC236}">
                <a16:creationId xmlns:a16="http://schemas.microsoft.com/office/drawing/2014/main" id="{074C814B-7FE5-03F7-7342-D5D24AEB7C06}"/>
              </a:ext>
            </a:extLst>
          </p:cNvPr>
          <p:cNvGraphicFramePr>
            <a:graphicFrameLocks noGrp="1"/>
          </p:cNvGraphicFramePr>
          <p:nvPr>
            <p:extLst>
              <p:ext uri="{D42A27DB-BD31-4B8C-83A1-F6EECF244321}">
                <p14:modId xmlns:p14="http://schemas.microsoft.com/office/powerpoint/2010/main" val="302836298"/>
              </p:ext>
            </p:extLst>
          </p:nvPr>
        </p:nvGraphicFramePr>
        <p:xfrm>
          <a:off x="3328591" y="5216899"/>
          <a:ext cx="12579921" cy="4104455"/>
        </p:xfrm>
        <a:graphic>
          <a:graphicData uri="http://schemas.openxmlformats.org/drawingml/2006/table">
            <a:tbl>
              <a:tblPr firstRow="1" bandRow="1">
                <a:tableStyleId>{93296810-A885-4BE3-A3E7-6D5BEEA58F35}</a:tableStyleId>
              </a:tblPr>
              <a:tblGrid>
                <a:gridCol w="8411958">
                  <a:extLst>
                    <a:ext uri="{9D8B030D-6E8A-4147-A177-3AD203B41FA5}">
                      <a16:colId xmlns:a16="http://schemas.microsoft.com/office/drawing/2014/main" val="3433815265"/>
                    </a:ext>
                  </a:extLst>
                </a:gridCol>
                <a:gridCol w="4167963">
                  <a:extLst>
                    <a:ext uri="{9D8B030D-6E8A-4147-A177-3AD203B41FA5}">
                      <a16:colId xmlns:a16="http://schemas.microsoft.com/office/drawing/2014/main" val="3971670629"/>
                    </a:ext>
                  </a:extLst>
                </a:gridCol>
              </a:tblGrid>
              <a:tr h="820891">
                <a:tc>
                  <a:txBody>
                    <a:bodyPr/>
                    <a:lstStyle/>
                    <a:p>
                      <a:r>
                        <a:rPr lang="en-GB" dirty="0">
                          <a:solidFill>
                            <a:schemeClr val="tx1"/>
                          </a:solidFill>
                        </a:rPr>
                        <a:t>Name Of The Student </a:t>
                      </a:r>
                      <a:endParaRPr lang="en-IN" dirty="0">
                        <a:solidFill>
                          <a:schemeClr val="tx1"/>
                        </a:solidFill>
                      </a:endParaRPr>
                    </a:p>
                  </a:txBody>
                  <a:tcPr/>
                </a:tc>
                <a:tc>
                  <a:txBody>
                    <a:bodyPr/>
                    <a:lstStyle/>
                    <a:p>
                      <a:r>
                        <a:rPr lang="en-GB" dirty="0">
                          <a:solidFill>
                            <a:schemeClr val="tx1"/>
                          </a:solidFill>
                        </a:rPr>
                        <a:t> Roll No.</a:t>
                      </a:r>
                      <a:endParaRPr lang="en-IN" dirty="0">
                        <a:solidFill>
                          <a:schemeClr val="tx1"/>
                        </a:solidFill>
                      </a:endParaRPr>
                    </a:p>
                  </a:txBody>
                  <a:tcPr/>
                </a:tc>
                <a:extLst>
                  <a:ext uri="{0D108BD9-81ED-4DB2-BD59-A6C34878D82A}">
                    <a16:rowId xmlns:a16="http://schemas.microsoft.com/office/drawing/2014/main" val="2755154563"/>
                  </a:ext>
                </a:extLst>
              </a:tr>
              <a:tr h="820891">
                <a:tc>
                  <a:txBody>
                    <a:bodyPr/>
                    <a:lstStyle/>
                    <a:p>
                      <a:r>
                        <a:rPr lang="en-GB" dirty="0"/>
                        <a:t>1. </a:t>
                      </a:r>
                      <a:endParaRPr lang="en-IN" dirty="0"/>
                    </a:p>
                  </a:txBody>
                  <a:tcPr/>
                </a:tc>
                <a:tc>
                  <a:txBody>
                    <a:bodyPr/>
                    <a:lstStyle/>
                    <a:p>
                      <a:endParaRPr lang="en-IN"/>
                    </a:p>
                  </a:txBody>
                  <a:tcPr/>
                </a:tc>
                <a:extLst>
                  <a:ext uri="{0D108BD9-81ED-4DB2-BD59-A6C34878D82A}">
                    <a16:rowId xmlns:a16="http://schemas.microsoft.com/office/drawing/2014/main" val="1792503819"/>
                  </a:ext>
                </a:extLst>
              </a:tr>
              <a:tr h="820891">
                <a:tc>
                  <a:txBody>
                    <a:bodyPr/>
                    <a:lstStyle/>
                    <a:p>
                      <a:r>
                        <a:rPr lang="en-GB" dirty="0"/>
                        <a:t>2.</a:t>
                      </a:r>
                      <a:endParaRPr lang="en-IN" dirty="0"/>
                    </a:p>
                  </a:txBody>
                  <a:tcPr/>
                </a:tc>
                <a:tc>
                  <a:txBody>
                    <a:bodyPr/>
                    <a:lstStyle/>
                    <a:p>
                      <a:endParaRPr lang="en-IN" dirty="0"/>
                    </a:p>
                  </a:txBody>
                  <a:tcPr/>
                </a:tc>
                <a:extLst>
                  <a:ext uri="{0D108BD9-81ED-4DB2-BD59-A6C34878D82A}">
                    <a16:rowId xmlns:a16="http://schemas.microsoft.com/office/drawing/2014/main" val="2102679176"/>
                  </a:ext>
                </a:extLst>
              </a:tr>
              <a:tr h="820891">
                <a:tc>
                  <a:txBody>
                    <a:bodyPr/>
                    <a:lstStyle/>
                    <a:p>
                      <a:r>
                        <a:rPr lang="en-GB" dirty="0"/>
                        <a:t>3.</a:t>
                      </a:r>
                      <a:endParaRPr lang="en-IN" dirty="0"/>
                    </a:p>
                  </a:txBody>
                  <a:tcPr/>
                </a:tc>
                <a:tc>
                  <a:txBody>
                    <a:bodyPr/>
                    <a:lstStyle/>
                    <a:p>
                      <a:endParaRPr lang="en-IN" dirty="0"/>
                    </a:p>
                  </a:txBody>
                  <a:tcPr/>
                </a:tc>
                <a:extLst>
                  <a:ext uri="{0D108BD9-81ED-4DB2-BD59-A6C34878D82A}">
                    <a16:rowId xmlns:a16="http://schemas.microsoft.com/office/drawing/2014/main" val="698087042"/>
                  </a:ext>
                </a:extLst>
              </a:tr>
              <a:tr h="820891">
                <a:tc>
                  <a:txBody>
                    <a:bodyPr/>
                    <a:lstStyle/>
                    <a:p>
                      <a:r>
                        <a:rPr lang="en-GB" dirty="0"/>
                        <a:t>4.</a:t>
                      </a:r>
                      <a:endParaRPr lang="en-IN" dirty="0"/>
                    </a:p>
                  </a:txBody>
                  <a:tcPr/>
                </a:tc>
                <a:tc>
                  <a:txBody>
                    <a:bodyPr/>
                    <a:lstStyle/>
                    <a:p>
                      <a:endParaRPr lang="en-IN" dirty="0"/>
                    </a:p>
                  </a:txBody>
                  <a:tcPr/>
                </a:tc>
                <a:extLst>
                  <a:ext uri="{0D108BD9-81ED-4DB2-BD59-A6C34878D82A}">
                    <a16:rowId xmlns:a16="http://schemas.microsoft.com/office/drawing/2014/main" val="1938016039"/>
                  </a:ext>
                </a:extLst>
              </a:tr>
            </a:tbl>
          </a:graphicData>
        </a:graphic>
      </p:graphicFrame>
      <p:sp>
        <p:nvSpPr>
          <p:cNvPr id="8" name="Date Placeholder 7">
            <a:extLst>
              <a:ext uri="{FF2B5EF4-FFF2-40B4-BE49-F238E27FC236}">
                <a16:creationId xmlns:a16="http://schemas.microsoft.com/office/drawing/2014/main" id="{2878EBBD-D4D7-0C91-8B0E-531CF3079DA4}"/>
              </a:ext>
            </a:extLst>
          </p:cNvPr>
          <p:cNvSpPr>
            <a:spLocks noGrp="1"/>
          </p:cNvSpPr>
          <p:nvPr>
            <p:ph type="dt" sz="half" idx="10"/>
          </p:nvPr>
        </p:nvSpPr>
        <p:spPr/>
        <p:txBody>
          <a:bodyPr/>
          <a:lstStyle/>
          <a:p>
            <a:r>
              <a:rPr lang="en-US"/>
              <a:t>7/27/2026</a:t>
            </a:r>
            <a:endParaRPr lang="en-US" dirty="0"/>
          </a:p>
        </p:txBody>
      </p:sp>
      <p:sp>
        <p:nvSpPr>
          <p:cNvPr id="9" name="Footer Placeholder 8">
            <a:extLst>
              <a:ext uri="{FF2B5EF4-FFF2-40B4-BE49-F238E27FC236}">
                <a16:creationId xmlns:a16="http://schemas.microsoft.com/office/drawing/2014/main" id="{8CDC5D1D-8202-67A3-51C7-80D462E5CA09}"/>
              </a:ext>
            </a:extLst>
          </p:cNvPr>
          <p:cNvSpPr>
            <a:spLocks noGrp="1"/>
          </p:cNvSpPr>
          <p:nvPr>
            <p:ph type="ftr" sz="quarter" idx="11"/>
          </p:nvPr>
        </p:nvSpPr>
        <p:spPr/>
        <p:txBody>
          <a:bodyPr/>
          <a:lstStyle/>
          <a:p>
            <a:r>
              <a:rPr lang="en-GB" dirty="0"/>
              <a:t>PROJECT TITLE </a:t>
            </a:r>
            <a:endParaRPr lang="cs-CZ" dirty="0"/>
          </a:p>
        </p:txBody>
      </p:sp>
      <p:sp>
        <p:nvSpPr>
          <p:cNvPr id="10" name="Slide Number Placeholder 9">
            <a:extLst>
              <a:ext uri="{FF2B5EF4-FFF2-40B4-BE49-F238E27FC236}">
                <a16:creationId xmlns:a16="http://schemas.microsoft.com/office/drawing/2014/main" id="{16384ED7-EF9F-9A7D-5AEF-E110B83D400B}"/>
              </a:ext>
            </a:extLst>
          </p:cNvPr>
          <p:cNvSpPr>
            <a:spLocks noGrp="1"/>
          </p:cNvSpPr>
          <p:nvPr>
            <p:ph type="sldNum" sz="quarter" idx="12"/>
          </p:nvPr>
        </p:nvSpPr>
        <p:spPr/>
        <p:txBody>
          <a:bodyPr/>
          <a:lstStyle/>
          <a:p>
            <a:fld id="{B6F15528-21DE-4FAA-801E-634DDDAF4B2B}" type="slidenum">
              <a:rPr lang="cs-CZ" smtClean="0"/>
              <a:t>2</a:t>
            </a:fld>
            <a:endParaRPr lang="cs-CZ"/>
          </a:p>
        </p:txBody>
      </p:sp>
      <p:pic>
        <p:nvPicPr>
          <p:cNvPr id="5" name="Picture 4">
            <a:extLst>
              <a:ext uri="{FF2B5EF4-FFF2-40B4-BE49-F238E27FC236}">
                <a16:creationId xmlns:a16="http://schemas.microsoft.com/office/drawing/2014/main" id="{51C63B86-A28D-2B65-B979-6F3C1A2DABD6}"/>
              </a:ext>
            </a:extLst>
          </p:cNvPr>
          <p:cNvPicPr>
            <a:picLocks noChangeAspect="1"/>
          </p:cNvPicPr>
          <p:nvPr/>
        </p:nvPicPr>
        <p:blipFill>
          <a:blip r:embed="rId3"/>
          <a:stretch>
            <a:fillRect/>
          </a:stretch>
        </p:blipFill>
        <p:spPr>
          <a:xfrm>
            <a:off x="17786076" y="-28800"/>
            <a:ext cx="1224237" cy="1140920"/>
          </a:xfrm>
          <a:prstGeom prst="rect">
            <a:avLst/>
          </a:prstGeom>
        </p:spPr>
      </p:pic>
    </p:spTree>
    <p:extLst>
      <p:ext uri="{BB962C8B-B14F-4D97-AF65-F5344CB8AC3E}">
        <p14:creationId xmlns:p14="http://schemas.microsoft.com/office/powerpoint/2010/main" val="1925673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D7725-62C3-494F-67C3-EA37F08BD94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5BF6161-9043-2212-0DB9-1C5D982E2D64}"/>
              </a:ext>
            </a:extLst>
          </p:cNvPr>
          <p:cNvSpPr/>
          <p:nvPr/>
        </p:nvSpPr>
        <p:spPr>
          <a:xfrm>
            <a:off x="-1" y="0"/>
            <a:ext cx="19010313" cy="878981"/>
          </a:xfrm>
          <a:prstGeom prst="rect">
            <a:avLst/>
          </a:prstGeom>
          <a:solidFill>
            <a:srgbClr val="009E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bject 9">
            <a:extLst>
              <a:ext uri="{FF2B5EF4-FFF2-40B4-BE49-F238E27FC236}">
                <a16:creationId xmlns:a16="http://schemas.microsoft.com/office/drawing/2014/main" id="{393E5515-9FB9-B6AE-8993-7343F1989FE1}"/>
              </a:ext>
            </a:extLst>
          </p:cNvPr>
          <p:cNvSpPr txBox="1"/>
          <p:nvPr/>
        </p:nvSpPr>
        <p:spPr>
          <a:xfrm>
            <a:off x="648172" y="217634"/>
            <a:ext cx="3581400" cy="443711"/>
          </a:xfrm>
          <a:prstGeom prst="rect">
            <a:avLst/>
          </a:prstGeom>
        </p:spPr>
        <p:txBody>
          <a:bodyPr vert="horz" wrap="square" lIns="0" tIns="12700" rIns="0" bIns="0" rtlCol="0">
            <a:spAutoFit/>
          </a:bodyPr>
          <a:lstStyle/>
          <a:p>
            <a:pPr marL="12700">
              <a:lnSpc>
                <a:spcPct val="100000"/>
              </a:lnSpc>
              <a:spcBef>
                <a:spcPts val="100"/>
              </a:spcBef>
            </a:pPr>
            <a:r>
              <a:rPr lang="en-GB" sz="2800" b="1" dirty="0">
                <a:solidFill>
                  <a:srgbClr val="FFFFFF"/>
                </a:solidFill>
                <a:cs typeface="Source Sans Pro Light"/>
              </a:rPr>
              <a:t>1. Project overview </a:t>
            </a:r>
            <a:endParaRPr lang="cs-CZ" sz="2800" b="1" dirty="0">
              <a:cs typeface="Source Sans Pro Light"/>
            </a:endParaRPr>
          </a:p>
        </p:txBody>
      </p:sp>
      <p:sp>
        <p:nvSpPr>
          <p:cNvPr id="12" name="object 10">
            <a:extLst>
              <a:ext uri="{FF2B5EF4-FFF2-40B4-BE49-F238E27FC236}">
                <a16:creationId xmlns:a16="http://schemas.microsoft.com/office/drawing/2014/main" id="{60451591-D055-5AFE-EFB6-AC342FAF53B7}"/>
              </a:ext>
            </a:extLst>
          </p:cNvPr>
          <p:cNvSpPr txBox="1"/>
          <p:nvPr/>
        </p:nvSpPr>
        <p:spPr>
          <a:xfrm>
            <a:off x="971550" y="1689100"/>
            <a:ext cx="17220406" cy="374461"/>
          </a:xfrm>
          <a:prstGeom prst="rect">
            <a:avLst/>
          </a:prstGeom>
        </p:spPr>
        <p:txBody>
          <a:bodyPr vert="horz" wrap="square" lIns="0" tIns="5080" rIns="0" bIns="0" rtlCol="0">
            <a:spAutoFit/>
          </a:bodyPr>
          <a:lstStyle/>
          <a:p>
            <a:pPr marL="12700" marR="5080">
              <a:lnSpc>
                <a:spcPct val="100000"/>
              </a:lnSpc>
              <a:spcBef>
                <a:spcPts val="100"/>
              </a:spcBef>
            </a:pPr>
            <a:r>
              <a:rPr lang="en-GB" sz="2400" dirty="0">
                <a:cs typeface="Source Sans Pro Light"/>
              </a:rPr>
              <a:t>Enter text here </a:t>
            </a:r>
            <a:endParaRPr lang="en-US" sz="2400" dirty="0">
              <a:cs typeface="Source Sans Pro Light"/>
            </a:endParaRPr>
          </a:p>
        </p:txBody>
      </p:sp>
      <p:pic>
        <p:nvPicPr>
          <p:cNvPr id="4" name="Picture 3">
            <a:extLst>
              <a:ext uri="{FF2B5EF4-FFF2-40B4-BE49-F238E27FC236}">
                <a16:creationId xmlns:a16="http://schemas.microsoft.com/office/drawing/2014/main" id="{7205E622-3EB4-B6C6-D7DE-196B58D9CA00}"/>
              </a:ext>
            </a:extLst>
          </p:cNvPr>
          <p:cNvPicPr>
            <a:picLocks noChangeAspect="1"/>
          </p:cNvPicPr>
          <p:nvPr/>
        </p:nvPicPr>
        <p:blipFill>
          <a:blip r:embed="rId2"/>
          <a:stretch>
            <a:fillRect/>
          </a:stretch>
        </p:blipFill>
        <p:spPr>
          <a:xfrm>
            <a:off x="17696061" y="9235132"/>
            <a:ext cx="1314252" cy="1314252"/>
          </a:xfrm>
          <a:prstGeom prst="rect">
            <a:avLst/>
          </a:prstGeom>
        </p:spPr>
      </p:pic>
      <p:sp>
        <p:nvSpPr>
          <p:cNvPr id="6" name="Date Placeholder 5">
            <a:extLst>
              <a:ext uri="{FF2B5EF4-FFF2-40B4-BE49-F238E27FC236}">
                <a16:creationId xmlns:a16="http://schemas.microsoft.com/office/drawing/2014/main" id="{865658CC-4D03-64FC-DF4C-21A7AD57B79A}"/>
              </a:ext>
            </a:extLst>
          </p:cNvPr>
          <p:cNvSpPr>
            <a:spLocks noGrp="1"/>
          </p:cNvSpPr>
          <p:nvPr>
            <p:ph type="dt" sz="half" idx="10"/>
          </p:nvPr>
        </p:nvSpPr>
        <p:spPr/>
        <p:txBody>
          <a:bodyPr/>
          <a:lstStyle/>
          <a:p>
            <a:r>
              <a:rPr lang="en-US"/>
              <a:t>7/27/2026</a:t>
            </a:r>
            <a:endParaRPr lang="en-US" dirty="0"/>
          </a:p>
        </p:txBody>
      </p:sp>
      <p:sp>
        <p:nvSpPr>
          <p:cNvPr id="7" name="Footer Placeholder 6">
            <a:extLst>
              <a:ext uri="{FF2B5EF4-FFF2-40B4-BE49-F238E27FC236}">
                <a16:creationId xmlns:a16="http://schemas.microsoft.com/office/drawing/2014/main" id="{4B011699-C6E2-6B2F-F7A1-FBDEF6392218}"/>
              </a:ext>
            </a:extLst>
          </p:cNvPr>
          <p:cNvSpPr>
            <a:spLocks noGrp="1"/>
          </p:cNvSpPr>
          <p:nvPr>
            <p:ph type="ftr" sz="quarter" idx="11"/>
          </p:nvPr>
        </p:nvSpPr>
        <p:spPr/>
        <p:txBody>
          <a:bodyPr/>
          <a:lstStyle/>
          <a:p>
            <a:r>
              <a:rPr lang="en-GB" dirty="0"/>
              <a:t>PROJECT TITLE </a:t>
            </a:r>
            <a:endParaRPr lang="cs-CZ" dirty="0"/>
          </a:p>
          <a:p>
            <a:endParaRPr lang="cs-CZ" dirty="0"/>
          </a:p>
        </p:txBody>
      </p:sp>
      <p:sp>
        <p:nvSpPr>
          <p:cNvPr id="8" name="Slide Number Placeholder 7">
            <a:extLst>
              <a:ext uri="{FF2B5EF4-FFF2-40B4-BE49-F238E27FC236}">
                <a16:creationId xmlns:a16="http://schemas.microsoft.com/office/drawing/2014/main" id="{56502C9E-7791-F5C4-AC00-F1F6D3CEB151}"/>
              </a:ext>
            </a:extLst>
          </p:cNvPr>
          <p:cNvSpPr>
            <a:spLocks noGrp="1"/>
          </p:cNvSpPr>
          <p:nvPr>
            <p:ph type="sldNum" sz="quarter" idx="12"/>
          </p:nvPr>
        </p:nvSpPr>
        <p:spPr/>
        <p:txBody>
          <a:bodyPr/>
          <a:lstStyle/>
          <a:p>
            <a:fld id="{B6F15528-21DE-4FAA-801E-634DDDAF4B2B}" type="slidenum">
              <a:rPr lang="cs-CZ" smtClean="0"/>
              <a:t>3</a:t>
            </a:fld>
            <a:endParaRPr lang="cs-CZ"/>
          </a:p>
        </p:txBody>
      </p:sp>
    </p:spTree>
    <p:extLst>
      <p:ext uri="{BB962C8B-B14F-4D97-AF65-F5344CB8AC3E}">
        <p14:creationId xmlns:p14="http://schemas.microsoft.com/office/powerpoint/2010/main" val="362519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58" y="85596"/>
            <a:ext cx="19009837" cy="1069330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7"/>
          </a:p>
        </p:txBody>
      </p:sp>
      <p:sp>
        <p:nvSpPr>
          <p:cNvPr id="3" name="Rectangle 2"/>
          <p:cNvSpPr/>
          <p:nvPr/>
        </p:nvSpPr>
        <p:spPr>
          <a:xfrm>
            <a:off x="0" y="85596"/>
            <a:ext cx="5916960" cy="969526"/>
          </a:xfrm>
          <a:prstGeom prst="rect">
            <a:avLst/>
          </a:prstGeom>
          <a:solidFill>
            <a:srgbClr val="007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7"/>
          </a:p>
        </p:txBody>
      </p:sp>
      <p:sp>
        <p:nvSpPr>
          <p:cNvPr id="4" name="Rectangle 3"/>
          <p:cNvSpPr/>
          <p:nvPr/>
        </p:nvSpPr>
        <p:spPr>
          <a:xfrm>
            <a:off x="5916960" y="85596"/>
            <a:ext cx="4776341" cy="969526"/>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7"/>
          </a:p>
        </p:txBody>
      </p:sp>
      <p:sp>
        <p:nvSpPr>
          <p:cNvPr id="5" name="Rectangle 4"/>
          <p:cNvSpPr/>
          <p:nvPr/>
        </p:nvSpPr>
        <p:spPr>
          <a:xfrm>
            <a:off x="10693301" y="85596"/>
            <a:ext cx="3920877" cy="969526"/>
          </a:xfrm>
          <a:prstGeom prst="rect">
            <a:avLst/>
          </a:prstGeom>
          <a:solidFill>
            <a:srgbClr val="F8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7"/>
          </a:p>
        </p:txBody>
      </p:sp>
      <p:sp>
        <p:nvSpPr>
          <p:cNvPr id="6" name="Rectangle 5"/>
          <p:cNvSpPr/>
          <p:nvPr/>
        </p:nvSpPr>
        <p:spPr>
          <a:xfrm>
            <a:off x="14614178" y="85596"/>
            <a:ext cx="4395659" cy="969526"/>
          </a:xfrm>
          <a:prstGeom prst="rect">
            <a:avLst/>
          </a:prstGeom>
          <a:solidFill>
            <a:srgbClr val="F8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7"/>
          </a:p>
        </p:txBody>
      </p:sp>
      <p:sp>
        <p:nvSpPr>
          <p:cNvPr id="7" name="TextBox 6"/>
          <p:cNvSpPr txBox="1"/>
          <p:nvPr/>
        </p:nvSpPr>
        <p:spPr>
          <a:xfrm>
            <a:off x="256638" y="256690"/>
            <a:ext cx="7232293" cy="524311"/>
          </a:xfrm>
          <a:prstGeom prst="rect">
            <a:avLst/>
          </a:prstGeom>
          <a:noFill/>
        </p:spPr>
        <p:txBody>
          <a:bodyPr wrap="square">
            <a:spAutoFit/>
          </a:bodyPr>
          <a:lstStyle/>
          <a:p>
            <a:pPr algn="l"/>
            <a:r>
              <a:rPr sz="2807" dirty="0">
                <a:solidFill>
                  <a:srgbClr val="FFFFFF"/>
                </a:solidFill>
                <a:latin typeface="Aptos"/>
              </a:rPr>
              <a:t>Department of Information Technology</a:t>
            </a:r>
          </a:p>
        </p:txBody>
      </p:sp>
      <p:sp>
        <p:nvSpPr>
          <p:cNvPr id="11" name="TextBox 10"/>
          <p:cNvSpPr txBox="1"/>
          <p:nvPr/>
        </p:nvSpPr>
        <p:spPr>
          <a:xfrm>
            <a:off x="4144744" y="1408464"/>
            <a:ext cx="10479435" cy="1004121"/>
          </a:xfrm>
          <a:prstGeom prst="rect">
            <a:avLst/>
          </a:prstGeom>
          <a:noFill/>
        </p:spPr>
        <p:txBody>
          <a:bodyPr wrap="square">
            <a:spAutoFit/>
          </a:bodyPr>
          <a:lstStyle/>
          <a:p>
            <a:pPr algn="ctr"/>
            <a:r>
              <a:rPr sz="5925" b="1">
                <a:solidFill>
                  <a:srgbClr val="2D7D46"/>
                </a:solidFill>
                <a:latin typeface="Aptos"/>
              </a:rPr>
              <a:t>FutureVerse</a:t>
            </a:r>
          </a:p>
        </p:txBody>
      </p:sp>
      <p:sp>
        <p:nvSpPr>
          <p:cNvPr id="12" name="Rectangle 11"/>
          <p:cNvSpPr/>
          <p:nvPr/>
        </p:nvSpPr>
        <p:spPr>
          <a:xfrm flipV="1">
            <a:off x="5881315" y="2296074"/>
            <a:ext cx="7200156" cy="134918"/>
          </a:xfrm>
          <a:prstGeom prst="rect">
            <a:avLst/>
          </a:prstGeom>
          <a:solidFill>
            <a:srgbClr val="2D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7"/>
          </a:p>
        </p:txBody>
      </p:sp>
      <p:sp>
        <p:nvSpPr>
          <p:cNvPr id="13" name="TextBox 12"/>
          <p:cNvSpPr txBox="1"/>
          <p:nvPr/>
        </p:nvSpPr>
        <p:spPr>
          <a:xfrm>
            <a:off x="2149072" y="2450984"/>
            <a:ext cx="14614178" cy="908197"/>
          </a:xfrm>
          <a:prstGeom prst="rect">
            <a:avLst/>
          </a:prstGeom>
          <a:noFill/>
        </p:spPr>
        <p:txBody>
          <a:bodyPr wrap="square">
            <a:spAutoFit/>
          </a:bodyPr>
          <a:lstStyle/>
          <a:p>
            <a:pPr algn="ctr"/>
            <a:r>
              <a:rPr sz="2651" b="1" dirty="0">
                <a:solidFill>
                  <a:srgbClr val="232D37"/>
                </a:solidFill>
                <a:latin typeface="Aptos"/>
              </a:rPr>
              <a:t>A Machine Learning-Based Framework for Sugarcane Growth Prediction
and Intelligent Farming Recommendations</a:t>
            </a:r>
          </a:p>
        </p:txBody>
      </p:sp>
      <p:sp>
        <p:nvSpPr>
          <p:cNvPr id="14" name="Rounded Rectangle 13"/>
          <p:cNvSpPr/>
          <p:nvPr/>
        </p:nvSpPr>
        <p:spPr>
          <a:xfrm>
            <a:off x="603138" y="3826854"/>
            <a:ext cx="8554641" cy="3665593"/>
          </a:xfrm>
          <a:prstGeom prst="roundRect">
            <a:avLst/>
          </a:prstGeom>
          <a:solidFill>
            <a:srgbClr val="FDF4F4"/>
          </a:solidFill>
          <a:ln>
            <a:solidFill>
              <a:srgbClr val="EB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7"/>
          </a:p>
        </p:txBody>
      </p:sp>
      <p:sp>
        <p:nvSpPr>
          <p:cNvPr id="15" name="TextBox 14"/>
          <p:cNvSpPr txBox="1"/>
          <p:nvPr/>
        </p:nvSpPr>
        <p:spPr>
          <a:xfrm>
            <a:off x="970984" y="4077983"/>
            <a:ext cx="4134743" cy="500265"/>
          </a:xfrm>
          <a:prstGeom prst="rect">
            <a:avLst/>
          </a:prstGeom>
          <a:noFill/>
        </p:spPr>
        <p:txBody>
          <a:bodyPr wrap="square">
            <a:spAutoFit/>
          </a:bodyPr>
          <a:lstStyle/>
          <a:p>
            <a:pPr algn="l"/>
            <a:r>
              <a:rPr sz="2651" b="1" dirty="0">
                <a:solidFill>
                  <a:srgbClr val="CD2323"/>
                </a:solidFill>
                <a:latin typeface="Aptos"/>
              </a:rPr>
              <a:t>PROBLEM STATEMENT</a:t>
            </a:r>
          </a:p>
        </p:txBody>
      </p:sp>
      <p:sp>
        <p:nvSpPr>
          <p:cNvPr id="16" name="TextBox 15"/>
          <p:cNvSpPr txBox="1"/>
          <p:nvPr/>
        </p:nvSpPr>
        <p:spPr>
          <a:xfrm>
            <a:off x="970984" y="4583741"/>
            <a:ext cx="7727692" cy="2587888"/>
          </a:xfrm>
          <a:prstGeom prst="rect">
            <a:avLst/>
          </a:prstGeom>
          <a:noFill/>
        </p:spPr>
        <p:txBody>
          <a:bodyPr wrap="square">
            <a:spAutoFit/>
          </a:bodyPr>
          <a:lstStyle/>
          <a:p>
            <a:pPr algn="l"/>
            <a:r>
              <a:rPr sz="2027" dirty="0">
                <a:solidFill>
                  <a:srgbClr val="232D37"/>
                </a:solidFill>
                <a:latin typeface="Aptos"/>
              </a:rPr>
              <a:t>Sugarcane growth and yield are influenced by multiple factors such as soil pH, nutrient levels, temperature, humidity, rainfall, irrigation and crop age. These factors can vary across fields and directly affect crop development and productivity. Farmers may not have a simple data-driven system to analyze these conditions together, predict expected crop performance and identify the most important actions at the right time. This creates a need for an easy-to-use system that can support informed farming decisions.</a:t>
            </a:r>
          </a:p>
        </p:txBody>
      </p:sp>
      <p:sp>
        <p:nvSpPr>
          <p:cNvPr id="17" name="Rounded Rectangle 16"/>
          <p:cNvSpPr/>
          <p:nvPr/>
        </p:nvSpPr>
        <p:spPr>
          <a:xfrm>
            <a:off x="9678084" y="3886730"/>
            <a:ext cx="8554641" cy="3605717"/>
          </a:xfrm>
          <a:prstGeom prst="roundRect">
            <a:avLst/>
          </a:prstGeom>
          <a:solidFill>
            <a:srgbClr val="F2F9F3"/>
          </a:solidFill>
          <a:ln>
            <a:solidFill>
              <a:srgbClr val="B4D7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7"/>
          </a:p>
        </p:txBody>
      </p:sp>
      <p:sp>
        <p:nvSpPr>
          <p:cNvPr id="18" name="TextBox 17"/>
          <p:cNvSpPr txBox="1"/>
          <p:nvPr/>
        </p:nvSpPr>
        <p:spPr>
          <a:xfrm>
            <a:off x="10008930" y="4094149"/>
            <a:ext cx="4277320" cy="500265"/>
          </a:xfrm>
          <a:prstGeom prst="rect">
            <a:avLst/>
          </a:prstGeom>
          <a:noFill/>
        </p:spPr>
        <p:txBody>
          <a:bodyPr wrap="square">
            <a:spAutoFit/>
          </a:bodyPr>
          <a:lstStyle/>
          <a:p>
            <a:pPr algn="l"/>
            <a:r>
              <a:rPr sz="2651" b="1" dirty="0">
                <a:solidFill>
                  <a:srgbClr val="2D7D46"/>
                </a:solidFill>
                <a:latin typeface="Aptos"/>
              </a:rPr>
              <a:t>PROPOSED SOLUTION</a:t>
            </a:r>
          </a:p>
        </p:txBody>
      </p:sp>
      <p:sp>
        <p:nvSpPr>
          <p:cNvPr id="19" name="TextBox 18"/>
          <p:cNvSpPr txBox="1"/>
          <p:nvPr/>
        </p:nvSpPr>
        <p:spPr>
          <a:xfrm>
            <a:off x="9984728" y="4520369"/>
            <a:ext cx="7727692" cy="2899833"/>
          </a:xfrm>
          <a:prstGeom prst="rect">
            <a:avLst/>
          </a:prstGeom>
          <a:noFill/>
        </p:spPr>
        <p:txBody>
          <a:bodyPr wrap="square">
            <a:spAutoFit/>
          </a:bodyPr>
          <a:lstStyle/>
          <a:p>
            <a:pPr algn="l"/>
            <a:r>
              <a:rPr sz="2027" dirty="0" err="1">
                <a:solidFill>
                  <a:srgbClr val="232D37"/>
                </a:solidFill>
                <a:latin typeface="Aptos"/>
              </a:rPr>
              <a:t>FutureVerse</a:t>
            </a:r>
            <a:r>
              <a:rPr sz="2027" dirty="0">
                <a:solidFill>
                  <a:srgbClr val="232D37"/>
                </a:solidFill>
                <a:latin typeface="Aptos"/>
              </a:rPr>
              <a:t> addresses this problem by using machine learning to analyze soil, weather, irrigation and crop-related parameters and predict sugarcane growth percentage and estimated yield in tons per hectare. The system then converts the prediction and field conditions into practical recommendations for irrigation, fertilizer management, crop management and soil improvement. The results are presented through a simple, farmer-friendly web dashboard so that technical ML information is transformed into clear and actionable farming guidance.</a:t>
            </a:r>
          </a:p>
        </p:txBody>
      </p:sp>
      <p:sp>
        <p:nvSpPr>
          <p:cNvPr id="20" name="Rectangle 19"/>
          <p:cNvSpPr/>
          <p:nvPr/>
        </p:nvSpPr>
        <p:spPr>
          <a:xfrm>
            <a:off x="926753" y="8440628"/>
            <a:ext cx="17109281" cy="49902"/>
          </a:xfrm>
          <a:prstGeom prst="rect">
            <a:avLst/>
          </a:prstGeom>
          <a:solidFill>
            <a:srgbClr val="B4B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7"/>
          </a:p>
        </p:txBody>
      </p:sp>
      <p:sp>
        <p:nvSpPr>
          <p:cNvPr id="21" name="TextBox 20"/>
          <p:cNvSpPr txBox="1"/>
          <p:nvPr/>
        </p:nvSpPr>
        <p:spPr>
          <a:xfrm>
            <a:off x="1069330" y="8697268"/>
            <a:ext cx="5275362" cy="428259"/>
          </a:xfrm>
          <a:prstGeom prst="rect">
            <a:avLst/>
          </a:prstGeom>
          <a:noFill/>
        </p:spPr>
        <p:txBody>
          <a:bodyPr wrap="square">
            <a:spAutoFit/>
          </a:bodyPr>
          <a:lstStyle/>
          <a:p>
            <a:pPr algn="ctr"/>
            <a:r>
              <a:rPr sz="2183" b="1">
                <a:solidFill>
                  <a:srgbClr val="003982"/>
                </a:solidFill>
                <a:latin typeface="Aptos"/>
              </a:rPr>
              <a:t>TEAM MEMBERS</a:t>
            </a:r>
          </a:p>
        </p:txBody>
      </p:sp>
      <p:sp>
        <p:nvSpPr>
          <p:cNvPr id="22" name="TextBox 21"/>
          <p:cNvSpPr txBox="1"/>
          <p:nvPr/>
        </p:nvSpPr>
        <p:spPr>
          <a:xfrm>
            <a:off x="1069330" y="9124999"/>
            <a:ext cx="5275362" cy="884088"/>
          </a:xfrm>
          <a:prstGeom prst="rect">
            <a:avLst/>
          </a:prstGeom>
          <a:noFill/>
        </p:spPr>
        <p:txBody>
          <a:bodyPr wrap="square">
            <a:spAutoFit/>
          </a:bodyPr>
          <a:lstStyle/>
          <a:p>
            <a:pPr algn="ctr"/>
            <a:r>
              <a:rPr sz="1715" dirty="0">
                <a:solidFill>
                  <a:srgbClr val="232D37"/>
                </a:solidFill>
                <a:latin typeface="Aptos"/>
              </a:rPr>
              <a:t>Abhishek </a:t>
            </a:r>
            <a:r>
              <a:rPr sz="1715" dirty="0" err="1">
                <a:solidFill>
                  <a:srgbClr val="232D37"/>
                </a:solidFill>
                <a:latin typeface="Aptos"/>
              </a:rPr>
              <a:t>Danole</a:t>
            </a:r>
            <a:r>
              <a:rPr sz="1715" dirty="0">
                <a:solidFill>
                  <a:srgbClr val="232D37"/>
                </a:solidFill>
                <a:latin typeface="Aptos"/>
              </a:rPr>
              <a:t> – A-21
Harsh Abad – A-01
Paras </a:t>
            </a:r>
            <a:r>
              <a:rPr sz="1715" dirty="0" err="1">
                <a:solidFill>
                  <a:srgbClr val="232D37"/>
                </a:solidFill>
                <a:latin typeface="Aptos"/>
              </a:rPr>
              <a:t>Danole</a:t>
            </a:r>
            <a:r>
              <a:rPr sz="1715" dirty="0">
                <a:solidFill>
                  <a:srgbClr val="232D37"/>
                </a:solidFill>
                <a:latin typeface="Aptos"/>
              </a:rPr>
              <a:t> – A-22</a:t>
            </a:r>
          </a:p>
        </p:txBody>
      </p:sp>
      <p:sp>
        <p:nvSpPr>
          <p:cNvPr id="23" name="TextBox 22"/>
          <p:cNvSpPr txBox="1"/>
          <p:nvPr/>
        </p:nvSpPr>
        <p:spPr>
          <a:xfrm>
            <a:off x="6872228" y="8697268"/>
            <a:ext cx="5275362" cy="428259"/>
          </a:xfrm>
          <a:prstGeom prst="rect">
            <a:avLst/>
          </a:prstGeom>
          <a:noFill/>
        </p:spPr>
        <p:txBody>
          <a:bodyPr wrap="square">
            <a:spAutoFit/>
          </a:bodyPr>
          <a:lstStyle/>
          <a:p>
            <a:pPr algn="ctr"/>
            <a:r>
              <a:rPr sz="2183" b="1" dirty="0">
                <a:solidFill>
                  <a:srgbClr val="003982"/>
                </a:solidFill>
                <a:latin typeface="Aptos"/>
              </a:rPr>
              <a:t>GUIDE</a:t>
            </a:r>
          </a:p>
        </p:txBody>
      </p:sp>
      <p:sp>
        <p:nvSpPr>
          <p:cNvPr id="24" name="TextBox 23"/>
          <p:cNvSpPr txBox="1"/>
          <p:nvPr/>
        </p:nvSpPr>
        <p:spPr>
          <a:xfrm>
            <a:off x="6872228" y="9125000"/>
            <a:ext cx="5275362" cy="620170"/>
          </a:xfrm>
          <a:prstGeom prst="rect">
            <a:avLst/>
          </a:prstGeom>
          <a:noFill/>
        </p:spPr>
        <p:txBody>
          <a:bodyPr wrap="square">
            <a:spAutoFit/>
          </a:bodyPr>
          <a:lstStyle/>
          <a:p>
            <a:pPr algn="ctr"/>
            <a:r>
              <a:rPr sz="1715">
                <a:solidFill>
                  <a:srgbClr val="232D37"/>
                </a:solidFill>
                <a:latin typeface="Aptos"/>
              </a:rPr>
              <a:t>Ms. V.V. Manglaram
Assistant Professor</a:t>
            </a:r>
          </a:p>
        </p:txBody>
      </p:sp>
      <p:sp>
        <p:nvSpPr>
          <p:cNvPr id="27" name="Rectangle 26"/>
          <p:cNvSpPr/>
          <p:nvPr/>
        </p:nvSpPr>
        <p:spPr>
          <a:xfrm>
            <a:off x="14614179" y="9124999"/>
            <a:ext cx="3251944" cy="620170"/>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7"/>
          </a:p>
        </p:txBody>
      </p:sp>
      <p:sp>
        <p:nvSpPr>
          <p:cNvPr id="28" name="TextBox 27"/>
          <p:cNvSpPr txBox="1"/>
          <p:nvPr/>
        </p:nvSpPr>
        <p:spPr>
          <a:xfrm>
            <a:off x="14614178" y="9246053"/>
            <a:ext cx="2851547" cy="461665"/>
          </a:xfrm>
          <a:prstGeom prst="rect">
            <a:avLst/>
          </a:prstGeom>
          <a:noFill/>
        </p:spPr>
        <p:txBody>
          <a:bodyPr wrap="square">
            <a:spAutoFit/>
          </a:bodyPr>
          <a:lstStyle/>
          <a:p>
            <a:pPr algn="ctr"/>
            <a:r>
              <a:rPr sz="2400" b="1" dirty="0">
                <a:solidFill>
                  <a:srgbClr val="232D37"/>
                </a:solidFill>
                <a:latin typeface="Aptos"/>
              </a:rPr>
              <a:t>GROUP NO: </a:t>
            </a:r>
            <a:r>
              <a:rPr lang="en-US" sz="2400" b="1" dirty="0">
                <a:solidFill>
                  <a:srgbClr val="232D37"/>
                </a:solidFill>
                <a:latin typeface="Aptos"/>
              </a:rPr>
              <a:t>A-18</a:t>
            </a:r>
            <a:endParaRPr sz="2400" b="1" dirty="0">
              <a:solidFill>
                <a:srgbClr val="232D37"/>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DC9D4B5-2313-1045-08EC-A201433820D7}"/>
              </a:ext>
            </a:extLst>
          </p:cNvPr>
          <p:cNvSpPr/>
          <p:nvPr/>
        </p:nvSpPr>
        <p:spPr>
          <a:xfrm>
            <a:off x="-1" y="0"/>
            <a:ext cx="19010313" cy="878981"/>
          </a:xfrm>
          <a:prstGeom prst="rect">
            <a:avLst/>
          </a:prstGeom>
          <a:solidFill>
            <a:srgbClr val="009E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bject 9">
            <a:extLst>
              <a:ext uri="{FF2B5EF4-FFF2-40B4-BE49-F238E27FC236}">
                <a16:creationId xmlns:a16="http://schemas.microsoft.com/office/drawing/2014/main" id="{0A39365D-A6B5-4623-AC67-FBE1BB6FC527}"/>
              </a:ext>
            </a:extLst>
          </p:cNvPr>
          <p:cNvSpPr txBox="1"/>
          <p:nvPr/>
        </p:nvSpPr>
        <p:spPr>
          <a:xfrm>
            <a:off x="648172" y="217634"/>
            <a:ext cx="6048672" cy="476477"/>
          </a:xfrm>
          <a:prstGeom prst="rect">
            <a:avLst/>
          </a:prstGeom>
        </p:spPr>
        <p:txBody>
          <a:bodyPr vert="horz" wrap="square" lIns="0" tIns="12700" rIns="0" bIns="0" rtlCol="0">
            <a:spAutoFit/>
          </a:bodyPr>
          <a:lstStyle/>
          <a:p>
            <a:pPr>
              <a:lnSpc>
                <a:spcPct val="115000"/>
              </a:lnSpc>
              <a:spcBef>
                <a:spcPts val="1600"/>
              </a:spcBef>
              <a:spcAft>
                <a:spcPts val="600"/>
              </a:spcAft>
              <a:buNone/>
            </a:pPr>
            <a:r>
              <a:rPr lang="en-US" sz="2800" b="1" dirty="0">
                <a:solidFill>
                  <a:schemeClr val="bg1"/>
                </a:solidFill>
                <a:effectLst/>
                <a:latin typeface="Arial" panose="020B0604020202020204" pitchFamily="34" charset="0"/>
                <a:ea typeface="MS Gothic" panose="020B0609070205080204" pitchFamily="49" charset="-128"/>
                <a:cs typeface="Times New Roman" panose="02020603050405020304" pitchFamily="18" charset="0"/>
              </a:rPr>
              <a:t>2. PROBLEM STATEMENT</a:t>
            </a:r>
            <a:endParaRPr lang="en-IN" sz="280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p:txBody>
      </p:sp>
      <p:sp>
        <p:nvSpPr>
          <p:cNvPr id="12" name="object 10">
            <a:extLst>
              <a:ext uri="{FF2B5EF4-FFF2-40B4-BE49-F238E27FC236}">
                <a16:creationId xmlns:a16="http://schemas.microsoft.com/office/drawing/2014/main" id="{4B00ADBE-6249-46EB-B9DA-3742A4C1861C}"/>
              </a:ext>
            </a:extLst>
          </p:cNvPr>
          <p:cNvSpPr txBox="1"/>
          <p:nvPr/>
        </p:nvSpPr>
        <p:spPr>
          <a:xfrm>
            <a:off x="971550" y="1689100"/>
            <a:ext cx="17220406" cy="374461"/>
          </a:xfrm>
          <a:prstGeom prst="rect">
            <a:avLst/>
          </a:prstGeom>
        </p:spPr>
        <p:txBody>
          <a:bodyPr vert="horz" wrap="square" lIns="0" tIns="5080" rIns="0" bIns="0" rtlCol="0">
            <a:spAutoFit/>
          </a:bodyPr>
          <a:lstStyle/>
          <a:p>
            <a:pPr marL="12700" marR="5080">
              <a:lnSpc>
                <a:spcPct val="100000"/>
              </a:lnSpc>
              <a:spcBef>
                <a:spcPts val="100"/>
              </a:spcBef>
            </a:pPr>
            <a:r>
              <a:rPr lang="en-GB" sz="2400" dirty="0">
                <a:cs typeface="Source Sans Pro Light"/>
              </a:rPr>
              <a:t>Enter text here </a:t>
            </a:r>
            <a:endParaRPr lang="en-US" sz="2400" dirty="0">
              <a:cs typeface="Source Sans Pro Light"/>
            </a:endParaRPr>
          </a:p>
        </p:txBody>
      </p:sp>
      <p:pic>
        <p:nvPicPr>
          <p:cNvPr id="4" name="Picture 3">
            <a:extLst>
              <a:ext uri="{FF2B5EF4-FFF2-40B4-BE49-F238E27FC236}">
                <a16:creationId xmlns:a16="http://schemas.microsoft.com/office/drawing/2014/main" id="{A1CFB7D6-38CD-A99E-946F-06D18881F71B}"/>
              </a:ext>
            </a:extLst>
          </p:cNvPr>
          <p:cNvPicPr>
            <a:picLocks noChangeAspect="1"/>
          </p:cNvPicPr>
          <p:nvPr/>
        </p:nvPicPr>
        <p:blipFill>
          <a:blip r:embed="rId2"/>
          <a:stretch>
            <a:fillRect/>
          </a:stretch>
        </p:blipFill>
        <p:spPr>
          <a:xfrm>
            <a:off x="17759115" y="9254072"/>
            <a:ext cx="1314252" cy="1314252"/>
          </a:xfrm>
          <a:prstGeom prst="rect">
            <a:avLst/>
          </a:prstGeom>
        </p:spPr>
      </p:pic>
      <p:sp>
        <p:nvSpPr>
          <p:cNvPr id="6" name="Date Placeholder 5">
            <a:extLst>
              <a:ext uri="{FF2B5EF4-FFF2-40B4-BE49-F238E27FC236}">
                <a16:creationId xmlns:a16="http://schemas.microsoft.com/office/drawing/2014/main" id="{CB2DAA4E-9581-A36B-54D2-8B8A55DCE1AC}"/>
              </a:ext>
            </a:extLst>
          </p:cNvPr>
          <p:cNvSpPr>
            <a:spLocks noGrp="1"/>
          </p:cNvSpPr>
          <p:nvPr>
            <p:ph type="dt" sz="half" idx="10"/>
          </p:nvPr>
        </p:nvSpPr>
        <p:spPr/>
        <p:txBody>
          <a:bodyPr/>
          <a:lstStyle/>
          <a:p>
            <a:r>
              <a:rPr lang="en-US"/>
              <a:t>7/27/2026</a:t>
            </a:r>
            <a:endParaRPr lang="en-US" dirty="0"/>
          </a:p>
        </p:txBody>
      </p:sp>
      <p:sp>
        <p:nvSpPr>
          <p:cNvPr id="7" name="Footer Placeholder 6">
            <a:extLst>
              <a:ext uri="{FF2B5EF4-FFF2-40B4-BE49-F238E27FC236}">
                <a16:creationId xmlns:a16="http://schemas.microsoft.com/office/drawing/2014/main" id="{27A67635-D4CC-51C1-E541-F9169728B0B2}"/>
              </a:ext>
            </a:extLst>
          </p:cNvPr>
          <p:cNvSpPr>
            <a:spLocks noGrp="1"/>
          </p:cNvSpPr>
          <p:nvPr>
            <p:ph type="ftr" sz="quarter" idx="11"/>
          </p:nvPr>
        </p:nvSpPr>
        <p:spPr/>
        <p:txBody>
          <a:bodyPr/>
          <a:lstStyle/>
          <a:p>
            <a:r>
              <a:rPr lang="en-GB" dirty="0"/>
              <a:t>PROJECT TITLE </a:t>
            </a:r>
            <a:endParaRPr lang="cs-CZ" dirty="0"/>
          </a:p>
          <a:p>
            <a:endParaRPr lang="cs-CZ" dirty="0"/>
          </a:p>
        </p:txBody>
      </p:sp>
      <p:sp>
        <p:nvSpPr>
          <p:cNvPr id="8" name="Slide Number Placeholder 7">
            <a:extLst>
              <a:ext uri="{FF2B5EF4-FFF2-40B4-BE49-F238E27FC236}">
                <a16:creationId xmlns:a16="http://schemas.microsoft.com/office/drawing/2014/main" id="{72C033D4-B599-BBE8-1B28-D53AED59A4FE}"/>
              </a:ext>
            </a:extLst>
          </p:cNvPr>
          <p:cNvSpPr>
            <a:spLocks noGrp="1"/>
          </p:cNvSpPr>
          <p:nvPr>
            <p:ph type="sldNum" sz="quarter" idx="12"/>
          </p:nvPr>
        </p:nvSpPr>
        <p:spPr/>
        <p:txBody>
          <a:bodyPr/>
          <a:lstStyle/>
          <a:p>
            <a:fld id="{B6F15528-21DE-4FAA-801E-634DDDAF4B2B}" type="slidenum">
              <a:rPr lang="cs-CZ" smtClean="0"/>
              <a:t>5</a:t>
            </a:fld>
            <a:endParaRPr lang="cs-CZ"/>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D85C3-CD54-A43B-F713-0A3DEC93103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5F13D46-50EF-9119-F1C0-5EEBA3129265}"/>
              </a:ext>
            </a:extLst>
          </p:cNvPr>
          <p:cNvSpPr/>
          <p:nvPr/>
        </p:nvSpPr>
        <p:spPr>
          <a:xfrm>
            <a:off x="-1" y="0"/>
            <a:ext cx="19010313" cy="878981"/>
          </a:xfrm>
          <a:prstGeom prst="rect">
            <a:avLst/>
          </a:prstGeom>
          <a:solidFill>
            <a:srgbClr val="009E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bject 9">
            <a:extLst>
              <a:ext uri="{FF2B5EF4-FFF2-40B4-BE49-F238E27FC236}">
                <a16:creationId xmlns:a16="http://schemas.microsoft.com/office/drawing/2014/main" id="{957ED03A-FA90-74AE-0328-F7C73B327270}"/>
              </a:ext>
            </a:extLst>
          </p:cNvPr>
          <p:cNvSpPr txBox="1"/>
          <p:nvPr/>
        </p:nvSpPr>
        <p:spPr>
          <a:xfrm>
            <a:off x="648172" y="217634"/>
            <a:ext cx="6048672" cy="476477"/>
          </a:xfrm>
          <a:prstGeom prst="rect">
            <a:avLst/>
          </a:prstGeom>
        </p:spPr>
        <p:txBody>
          <a:bodyPr vert="horz" wrap="square" lIns="0" tIns="12700" rIns="0" bIns="0" rtlCol="0">
            <a:spAutoFit/>
          </a:bodyPr>
          <a:lstStyle/>
          <a:p>
            <a:pPr>
              <a:lnSpc>
                <a:spcPct val="115000"/>
              </a:lnSpc>
              <a:spcBef>
                <a:spcPts val="1600"/>
              </a:spcBef>
              <a:spcAft>
                <a:spcPts val="600"/>
              </a:spcAft>
              <a:buNone/>
            </a:pPr>
            <a:r>
              <a:rPr lang="en-US" sz="2800" b="1" dirty="0">
                <a:solidFill>
                  <a:schemeClr val="bg1"/>
                </a:solidFill>
                <a:effectLst/>
                <a:latin typeface="Arial" panose="020B0604020202020204" pitchFamily="34" charset="0"/>
                <a:ea typeface="MS Gothic" panose="020B0609070205080204" pitchFamily="49" charset="-128"/>
                <a:cs typeface="Times New Roman" panose="02020603050405020304" pitchFamily="18" charset="0"/>
              </a:rPr>
              <a:t>3. OBJECTIVES</a:t>
            </a:r>
            <a:endParaRPr lang="en-IN" sz="280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p:txBody>
      </p:sp>
      <p:sp>
        <p:nvSpPr>
          <p:cNvPr id="12" name="object 10">
            <a:extLst>
              <a:ext uri="{FF2B5EF4-FFF2-40B4-BE49-F238E27FC236}">
                <a16:creationId xmlns:a16="http://schemas.microsoft.com/office/drawing/2014/main" id="{262FA07D-8472-CA05-2563-4ED1C1A4CF8B}"/>
              </a:ext>
            </a:extLst>
          </p:cNvPr>
          <p:cNvSpPr txBox="1"/>
          <p:nvPr/>
        </p:nvSpPr>
        <p:spPr>
          <a:xfrm>
            <a:off x="971550" y="1689100"/>
            <a:ext cx="17220406" cy="374461"/>
          </a:xfrm>
          <a:prstGeom prst="rect">
            <a:avLst/>
          </a:prstGeom>
        </p:spPr>
        <p:txBody>
          <a:bodyPr vert="horz" wrap="square" lIns="0" tIns="5080" rIns="0" bIns="0" rtlCol="0">
            <a:spAutoFit/>
          </a:bodyPr>
          <a:lstStyle/>
          <a:p>
            <a:pPr marL="12700" marR="5080">
              <a:lnSpc>
                <a:spcPct val="100000"/>
              </a:lnSpc>
              <a:spcBef>
                <a:spcPts val="100"/>
              </a:spcBef>
            </a:pPr>
            <a:r>
              <a:rPr lang="en-GB" sz="2400" dirty="0">
                <a:cs typeface="Source Sans Pro Light"/>
              </a:rPr>
              <a:t>Enter text here </a:t>
            </a:r>
            <a:endParaRPr lang="en-US" sz="2400" dirty="0">
              <a:cs typeface="Source Sans Pro Light"/>
            </a:endParaRPr>
          </a:p>
        </p:txBody>
      </p:sp>
      <p:pic>
        <p:nvPicPr>
          <p:cNvPr id="4" name="Picture 3">
            <a:extLst>
              <a:ext uri="{FF2B5EF4-FFF2-40B4-BE49-F238E27FC236}">
                <a16:creationId xmlns:a16="http://schemas.microsoft.com/office/drawing/2014/main" id="{26110E7C-1B09-9859-BF75-7BFFA7C8E92D}"/>
              </a:ext>
            </a:extLst>
          </p:cNvPr>
          <p:cNvPicPr>
            <a:picLocks noChangeAspect="1"/>
          </p:cNvPicPr>
          <p:nvPr/>
        </p:nvPicPr>
        <p:blipFill>
          <a:blip r:embed="rId2"/>
          <a:stretch>
            <a:fillRect/>
          </a:stretch>
        </p:blipFill>
        <p:spPr>
          <a:xfrm>
            <a:off x="17759115" y="9254072"/>
            <a:ext cx="1314252" cy="1314252"/>
          </a:xfrm>
          <a:prstGeom prst="rect">
            <a:avLst/>
          </a:prstGeom>
        </p:spPr>
      </p:pic>
      <p:sp>
        <p:nvSpPr>
          <p:cNvPr id="6" name="Date Placeholder 5">
            <a:extLst>
              <a:ext uri="{FF2B5EF4-FFF2-40B4-BE49-F238E27FC236}">
                <a16:creationId xmlns:a16="http://schemas.microsoft.com/office/drawing/2014/main" id="{B2DF7BA5-6B64-8171-3046-42657D8B6BDD}"/>
              </a:ext>
            </a:extLst>
          </p:cNvPr>
          <p:cNvSpPr>
            <a:spLocks noGrp="1"/>
          </p:cNvSpPr>
          <p:nvPr>
            <p:ph type="dt" sz="half" idx="10"/>
          </p:nvPr>
        </p:nvSpPr>
        <p:spPr/>
        <p:txBody>
          <a:bodyPr/>
          <a:lstStyle/>
          <a:p>
            <a:r>
              <a:rPr lang="en-US"/>
              <a:t>7/27/2026</a:t>
            </a:r>
            <a:endParaRPr lang="en-US" dirty="0"/>
          </a:p>
        </p:txBody>
      </p:sp>
      <p:sp>
        <p:nvSpPr>
          <p:cNvPr id="7" name="Footer Placeholder 6">
            <a:extLst>
              <a:ext uri="{FF2B5EF4-FFF2-40B4-BE49-F238E27FC236}">
                <a16:creationId xmlns:a16="http://schemas.microsoft.com/office/drawing/2014/main" id="{125E94F1-C745-D0CD-D9D8-B728331F99BD}"/>
              </a:ext>
            </a:extLst>
          </p:cNvPr>
          <p:cNvSpPr>
            <a:spLocks noGrp="1"/>
          </p:cNvSpPr>
          <p:nvPr>
            <p:ph type="ftr" sz="quarter" idx="11"/>
          </p:nvPr>
        </p:nvSpPr>
        <p:spPr/>
        <p:txBody>
          <a:bodyPr/>
          <a:lstStyle/>
          <a:p>
            <a:r>
              <a:rPr lang="en-GB" dirty="0"/>
              <a:t>PROJECT TITLE </a:t>
            </a:r>
            <a:endParaRPr lang="cs-CZ" dirty="0"/>
          </a:p>
          <a:p>
            <a:endParaRPr lang="cs-CZ" dirty="0"/>
          </a:p>
        </p:txBody>
      </p:sp>
      <p:sp>
        <p:nvSpPr>
          <p:cNvPr id="8" name="Slide Number Placeholder 7">
            <a:extLst>
              <a:ext uri="{FF2B5EF4-FFF2-40B4-BE49-F238E27FC236}">
                <a16:creationId xmlns:a16="http://schemas.microsoft.com/office/drawing/2014/main" id="{21F17792-8176-7BCF-BB41-D0734B39305C}"/>
              </a:ext>
            </a:extLst>
          </p:cNvPr>
          <p:cNvSpPr>
            <a:spLocks noGrp="1"/>
          </p:cNvSpPr>
          <p:nvPr>
            <p:ph type="sldNum" sz="quarter" idx="12"/>
          </p:nvPr>
        </p:nvSpPr>
        <p:spPr/>
        <p:txBody>
          <a:bodyPr/>
          <a:lstStyle/>
          <a:p>
            <a:fld id="{B6F15528-21DE-4FAA-801E-634DDDAF4B2B}" type="slidenum">
              <a:rPr lang="cs-CZ" smtClean="0"/>
              <a:t>6</a:t>
            </a:fld>
            <a:endParaRPr lang="cs-CZ"/>
          </a:p>
        </p:txBody>
      </p:sp>
    </p:spTree>
    <p:extLst>
      <p:ext uri="{BB962C8B-B14F-4D97-AF65-F5344CB8AC3E}">
        <p14:creationId xmlns:p14="http://schemas.microsoft.com/office/powerpoint/2010/main" val="1471309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9B516-829B-0D25-F1E3-DF917438E1F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CC1B9ED-45F7-290D-0D79-7793A04D4305}"/>
              </a:ext>
            </a:extLst>
          </p:cNvPr>
          <p:cNvSpPr/>
          <p:nvPr/>
        </p:nvSpPr>
        <p:spPr>
          <a:xfrm>
            <a:off x="-1" y="0"/>
            <a:ext cx="19010313" cy="87898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bject 9">
            <a:extLst>
              <a:ext uri="{FF2B5EF4-FFF2-40B4-BE49-F238E27FC236}">
                <a16:creationId xmlns:a16="http://schemas.microsoft.com/office/drawing/2014/main" id="{7C74F3D8-F06F-07B5-ECC8-27D7E26CB9DC}"/>
              </a:ext>
            </a:extLst>
          </p:cNvPr>
          <p:cNvSpPr txBox="1"/>
          <p:nvPr/>
        </p:nvSpPr>
        <p:spPr>
          <a:xfrm>
            <a:off x="648172" y="217634"/>
            <a:ext cx="6048672" cy="476477"/>
          </a:xfrm>
          <a:prstGeom prst="rect">
            <a:avLst/>
          </a:prstGeom>
        </p:spPr>
        <p:txBody>
          <a:bodyPr vert="horz" wrap="square" lIns="0" tIns="12700" rIns="0" bIns="0" rtlCol="0">
            <a:spAutoFit/>
          </a:bodyPr>
          <a:lstStyle/>
          <a:p>
            <a:pPr>
              <a:lnSpc>
                <a:spcPct val="115000"/>
              </a:lnSpc>
              <a:spcBef>
                <a:spcPts val="1600"/>
              </a:spcBef>
              <a:spcAft>
                <a:spcPts val="600"/>
              </a:spcAft>
              <a:buNone/>
            </a:pPr>
            <a:r>
              <a:rPr lang="en-US" sz="2800" b="1" dirty="0">
                <a:solidFill>
                  <a:schemeClr val="bg1"/>
                </a:solidFill>
                <a:effectLst/>
                <a:latin typeface="Arial" panose="020B0604020202020204" pitchFamily="34" charset="0"/>
                <a:ea typeface="MS Gothic" panose="020B0609070205080204" pitchFamily="49" charset="-128"/>
                <a:cs typeface="Times New Roman" panose="02020603050405020304" pitchFamily="18" charset="0"/>
              </a:rPr>
              <a:t>LITERATURE SURVEY</a:t>
            </a:r>
            <a:endParaRPr lang="en-IN" sz="280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p:txBody>
      </p:sp>
      <p:sp>
        <p:nvSpPr>
          <p:cNvPr id="12" name="object 10">
            <a:extLst>
              <a:ext uri="{FF2B5EF4-FFF2-40B4-BE49-F238E27FC236}">
                <a16:creationId xmlns:a16="http://schemas.microsoft.com/office/drawing/2014/main" id="{02867996-4AF6-B756-56BC-46A94CEB6585}"/>
              </a:ext>
            </a:extLst>
          </p:cNvPr>
          <p:cNvSpPr txBox="1"/>
          <p:nvPr/>
        </p:nvSpPr>
        <p:spPr>
          <a:xfrm>
            <a:off x="971550" y="1689100"/>
            <a:ext cx="17220406" cy="374461"/>
          </a:xfrm>
          <a:prstGeom prst="rect">
            <a:avLst/>
          </a:prstGeom>
        </p:spPr>
        <p:txBody>
          <a:bodyPr vert="horz" wrap="square" lIns="0" tIns="5080" rIns="0" bIns="0" rtlCol="0">
            <a:spAutoFit/>
          </a:bodyPr>
          <a:lstStyle/>
          <a:p>
            <a:pPr marL="12700" marR="5080">
              <a:lnSpc>
                <a:spcPct val="100000"/>
              </a:lnSpc>
              <a:spcBef>
                <a:spcPts val="100"/>
              </a:spcBef>
            </a:pPr>
            <a:r>
              <a:rPr lang="en-GB" sz="2400" dirty="0">
                <a:cs typeface="Source Sans Pro Light"/>
              </a:rPr>
              <a:t>Enter text here </a:t>
            </a:r>
            <a:endParaRPr lang="en-US" sz="2400" dirty="0">
              <a:cs typeface="Source Sans Pro Light"/>
            </a:endParaRPr>
          </a:p>
        </p:txBody>
      </p:sp>
      <p:pic>
        <p:nvPicPr>
          <p:cNvPr id="4" name="Picture 3">
            <a:extLst>
              <a:ext uri="{FF2B5EF4-FFF2-40B4-BE49-F238E27FC236}">
                <a16:creationId xmlns:a16="http://schemas.microsoft.com/office/drawing/2014/main" id="{02B3B013-E235-A4CC-90E5-1546EC4EA84A}"/>
              </a:ext>
            </a:extLst>
          </p:cNvPr>
          <p:cNvPicPr>
            <a:picLocks noChangeAspect="1"/>
          </p:cNvPicPr>
          <p:nvPr/>
        </p:nvPicPr>
        <p:blipFill>
          <a:blip r:embed="rId2"/>
          <a:stretch>
            <a:fillRect/>
          </a:stretch>
        </p:blipFill>
        <p:spPr>
          <a:xfrm>
            <a:off x="17759115" y="9254072"/>
            <a:ext cx="1314252" cy="1314252"/>
          </a:xfrm>
          <a:prstGeom prst="rect">
            <a:avLst/>
          </a:prstGeom>
        </p:spPr>
      </p:pic>
      <p:sp>
        <p:nvSpPr>
          <p:cNvPr id="6" name="Date Placeholder 5">
            <a:extLst>
              <a:ext uri="{FF2B5EF4-FFF2-40B4-BE49-F238E27FC236}">
                <a16:creationId xmlns:a16="http://schemas.microsoft.com/office/drawing/2014/main" id="{2CE715E0-0811-5EE2-4A28-49C483D06496}"/>
              </a:ext>
            </a:extLst>
          </p:cNvPr>
          <p:cNvSpPr>
            <a:spLocks noGrp="1"/>
          </p:cNvSpPr>
          <p:nvPr>
            <p:ph type="dt" sz="half" idx="10"/>
          </p:nvPr>
        </p:nvSpPr>
        <p:spPr/>
        <p:txBody>
          <a:bodyPr/>
          <a:lstStyle/>
          <a:p>
            <a:r>
              <a:rPr lang="en-US"/>
              <a:t>7/27/2026</a:t>
            </a:r>
            <a:endParaRPr lang="en-US" dirty="0"/>
          </a:p>
        </p:txBody>
      </p:sp>
      <p:sp>
        <p:nvSpPr>
          <p:cNvPr id="7" name="Footer Placeholder 6">
            <a:extLst>
              <a:ext uri="{FF2B5EF4-FFF2-40B4-BE49-F238E27FC236}">
                <a16:creationId xmlns:a16="http://schemas.microsoft.com/office/drawing/2014/main" id="{F2E4FF95-C7D5-BF92-4DDF-8FB565CD2A79}"/>
              </a:ext>
            </a:extLst>
          </p:cNvPr>
          <p:cNvSpPr>
            <a:spLocks noGrp="1"/>
          </p:cNvSpPr>
          <p:nvPr>
            <p:ph type="ftr" sz="quarter" idx="11"/>
          </p:nvPr>
        </p:nvSpPr>
        <p:spPr/>
        <p:txBody>
          <a:bodyPr/>
          <a:lstStyle/>
          <a:p>
            <a:r>
              <a:rPr lang="en-GB" dirty="0"/>
              <a:t>PROJECT TITLE </a:t>
            </a:r>
            <a:endParaRPr lang="cs-CZ" dirty="0"/>
          </a:p>
          <a:p>
            <a:endParaRPr lang="cs-CZ" dirty="0"/>
          </a:p>
        </p:txBody>
      </p:sp>
      <p:sp>
        <p:nvSpPr>
          <p:cNvPr id="8" name="Slide Number Placeholder 7">
            <a:extLst>
              <a:ext uri="{FF2B5EF4-FFF2-40B4-BE49-F238E27FC236}">
                <a16:creationId xmlns:a16="http://schemas.microsoft.com/office/drawing/2014/main" id="{F55A3E79-EEDC-93E3-28E9-514895E6DAEE}"/>
              </a:ext>
            </a:extLst>
          </p:cNvPr>
          <p:cNvSpPr>
            <a:spLocks noGrp="1"/>
          </p:cNvSpPr>
          <p:nvPr>
            <p:ph type="sldNum" sz="quarter" idx="12"/>
          </p:nvPr>
        </p:nvSpPr>
        <p:spPr/>
        <p:txBody>
          <a:bodyPr/>
          <a:lstStyle/>
          <a:p>
            <a:fld id="{B6F15528-21DE-4FAA-801E-634DDDAF4B2B}" type="slidenum">
              <a:rPr lang="cs-CZ" smtClean="0"/>
              <a:t>7</a:t>
            </a:fld>
            <a:endParaRPr lang="cs-CZ"/>
          </a:p>
        </p:txBody>
      </p:sp>
    </p:spTree>
    <p:extLst>
      <p:ext uri="{BB962C8B-B14F-4D97-AF65-F5344CB8AC3E}">
        <p14:creationId xmlns:p14="http://schemas.microsoft.com/office/powerpoint/2010/main" val="200385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10493-A729-2B2E-B8C3-DC6DE94823E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08A6A2E-3CD9-6B5D-8A52-ECB4AB04AF91}"/>
              </a:ext>
            </a:extLst>
          </p:cNvPr>
          <p:cNvSpPr/>
          <p:nvPr/>
        </p:nvSpPr>
        <p:spPr>
          <a:xfrm>
            <a:off x="-1" y="0"/>
            <a:ext cx="19010313" cy="878981"/>
          </a:xfrm>
          <a:prstGeom prst="rect">
            <a:avLst/>
          </a:prstGeom>
          <a:solidFill>
            <a:srgbClr val="009E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bject 9">
            <a:extLst>
              <a:ext uri="{FF2B5EF4-FFF2-40B4-BE49-F238E27FC236}">
                <a16:creationId xmlns:a16="http://schemas.microsoft.com/office/drawing/2014/main" id="{2073375A-12F7-4B10-092B-87A030752A1C}"/>
              </a:ext>
            </a:extLst>
          </p:cNvPr>
          <p:cNvSpPr txBox="1"/>
          <p:nvPr/>
        </p:nvSpPr>
        <p:spPr>
          <a:xfrm>
            <a:off x="648172" y="217634"/>
            <a:ext cx="8640960" cy="476477"/>
          </a:xfrm>
          <a:prstGeom prst="rect">
            <a:avLst/>
          </a:prstGeom>
        </p:spPr>
        <p:txBody>
          <a:bodyPr vert="horz" wrap="square" lIns="0" tIns="12700" rIns="0" bIns="0" rtlCol="0">
            <a:spAutoFit/>
          </a:bodyPr>
          <a:lstStyle/>
          <a:p>
            <a:pPr>
              <a:lnSpc>
                <a:spcPct val="115000"/>
              </a:lnSpc>
              <a:spcBef>
                <a:spcPts val="1600"/>
              </a:spcBef>
              <a:spcAft>
                <a:spcPts val="600"/>
              </a:spcAft>
              <a:buNone/>
            </a:pPr>
            <a:r>
              <a:rPr lang="en-US" sz="2800" b="1" dirty="0">
                <a:solidFill>
                  <a:schemeClr val="bg1"/>
                </a:solidFill>
                <a:effectLst/>
                <a:latin typeface="Arial" panose="020B0604020202020204" pitchFamily="34" charset="0"/>
                <a:ea typeface="MS Gothic" panose="020B0609070205080204" pitchFamily="49" charset="-128"/>
                <a:cs typeface="Times New Roman" panose="02020603050405020304" pitchFamily="18" charset="0"/>
              </a:rPr>
              <a:t>4. PROPOSED ARCHITECTURE &amp; METHODOLOGY</a:t>
            </a:r>
            <a:endParaRPr lang="en-IN" sz="280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p:txBody>
      </p:sp>
      <p:sp>
        <p:nvSpPr>
          <p:cNvPr id="12" name="object 10">
            <a:extLst>
              <a:ext uri="{FF2B5EF4-FFF2-40B4-BE49-F238E27FC236}">
                <a16:creationId xmlns:a16="http://schemas.microsoft.com/office/drawing/2014/main" id="{807C7205-765B-3D19-E90A-0B88FDFF79D5}"/>
              </a:ext>
            </a:extLst>
          </p:cNvPr>
          <p:cNvSpPr txBox="1"/>
          <p:nvPr/>
        </p:nvSpPr>
        <p:spPr>
          <a:xfrm>
            <a:off x="971550" y="1689100"/>
            <a:ext cx="17220406" cy="374461"/>
          </a:xfrm>
          <a:prstGeom prst="rect">
            <a:avLst/>
          </a:prstGeom>
        </p:spPr>
        <p:txBody>
          <a:bodyPr vert="horz" wrap="square" lIns="0" tIns="5080" rIns="0" bIns="0" rtlCol="0">
            <a:spAutoFit/>
          </a:bodyPr>
          <a:lstStyle/>
          <a:p>
            <a:pPr marL="12700" marR="5080">
              <a:lnSpc>
                <a:spcPct val="100000"/>
              </a:lnSpc>
              <a:spcBef>
                <a:spcPts val="100"/>
              </a:spcBef>
            </a:pPr>
            <a:r>
              <a:rPr lang="en-GB" sz="2400" dirty="0">
                <a:cs typeface="Source Sans Pro Light"/>
              </a:rPr>
              <a:t>Enter text here </a:t>
            </a:r>
            <a:endParaRPr lang="en-US" sz="2400" dirty="0">
              <a:cs typeface="Source Sans Pro Light"/>
            </a:endParaRPr>
          </a:p>
        </p:txBody>
      </p:sp>
      <p:pic>
        <p:nvPicPr>
          <p:cNvPr id="4" name="Picture 3">
            <a:extLst>
              <a:ext uri="{FF2B5EF4-FFF2-40B4-BE49-F238E27FC236}">
                <a16:creationId xmlns:a16="http://schemas.microsoft.com/office/drawing/2014/main" id="{6EC3441D-EE5B-0A87-ED22-768A34FA42C8}"/>
              </a:ext>
            </a:extLst>
          </p:cNvPr>
          <p:cNvPicPr>
            <a:picLocks noChangeAspect="1"/>
          </p:cNvPicPr>
          <p:nvPr/>
        </p:nvPicPr>
        <p:blipFill>
          <a:blip r:embed="rId2"/>
          <a:stretch>
            <a:fillRect/>
          </a:stretch>
        </p:blipFill>
        <p:spPr>
          <a:xfrm>
            <a:off x="17759115" y="9254072"/>
            <a:ext cx="1314252" cy="1314252"/>
          </a:xfrm>
          <a:prstGeom prst="rect">
            <a:avLst/>
          </a:prstGeom>
        </p:spPr>
      </p:pic>
      <p:sp>
        <p:nvSpPr>
          <p:cNvPr id="6" name="Date Placeholder 5">
            <a:extLst>
              <a:ext uri="{FF2B5EF4-FFF2-40B4-BE49-F238E27FC236}">
                <a16:creationId xmlns:a16="http://schemas.microsoft.com/office/drawing/2014/main" id="{B36449FC-E6FA-D3EB-EC37-AAA54C5D2973}"/>
              </a:ext>
            </a:extLst>
          </p:cNvPr>
          <p:cNvSpPr>
            <a:spLocks noGrp="1"/>
          </p:cNvSpPr>
          <p:nvPr>
            <p:ph type="dt" sz="half" idx="10"/>
          </p:nvPr>
        </p:nvSpPr>
        <p:spPr/>
        <p:txBody>
          <a:bodyPr/>
          <a:lstStyle/>
          <a:p>
            <a:r>
              <a:rPr lang="en-US"/>
              <a:t>7/27/2026</a:t>
            </a:r>
            <a:endParaRPr lang="en-US" dirty="0"/>
          </a:p>
        </p:txBody>
      </p:sp>
      <p:sp>
        <p:nvSpPr>
          <p:cNvPr id="7" name="Footer Placeholder 6">
            <a:extLst>
              <a:ext uri="{FF2B5EF4-FFF2-40B4-BE49-F238E27FC236}">
                <a16:creationId xmlns:a16="http://schemas.microsoft.com/office/drawing/2014/main" id="{9ECC5B13-F77F-0EEB-C545-66ECDE86E9F1}"/>
              </a:ext>
            </a:extLst>
          </p:cNvPr>
          <p:cNvSpPr>
            <a:spLocks noGrp="1"/>
          </p:cNvSpPr>
          <p:nvPr>
            <p:ph type="ftr" sz="quarter" idx="11"/>
          </p:nvPr>
        </p:nvSpPr>
        <p:spPr/>
        <p:txBody>
          <a:bodyPr/>
          <a:lstStyle/>
          <a:p>
            <a:r>
              <a:rPr lang="en-GB" dirty="0"/>
              <a:t>PROJECT TITLE </a:t>
            </a:r>
            <a:endParaRPr lang="cs-CZ" dirty="0"/>
          </a:p>
          <a:p>
            <a:endParaRPr lang="cs-CZ" dirty="0"/>
          </a:p>
        </p:txBody>
      </p:sp>
      <p:sp>
        <p:nvSpPr>
          <p:cNvPr id="8" name="Slide Number Placeholder 7">
            <a:extLst>
              <a:ext uri="{FF2B5EF4-FFF2-40B4-BE49-F238E27FC236}">
                <a16:creationId xmlns:a16="http://schemas.microsoft.com/office/drawing/2014/main" id="{DD701AF2-65D2-EA65-9CF7-F658FB7B94A6}"/>
              </a:ext>
            </a:extLst>
          </p:cNvPr>
          <p:cNvSpPr>
            <a:spLocks noGrp="1"/>
          </p:cNvSpPr>
          <p:nvPr>
            <p:ph type="sldNum" sz="quarter" idx="12"/>
          </p:nvPr>
        </p:nvSpPr>
        <p:spPr/>
        <p:txBody>
          <a:bodyPr/>
          <a:lstStyle/>
          <a:p>
            <a:fld id="{B6F15528-21DE-4FAA-801E-634DDDAF4B2B}" type="slidenum">
              <a:rPr lang="cs-CZ" smtClean="0"/>
              <a:t>8</a:t>
            </a:fld>
            <a:endParaRPr lang="cs-CZ"/>
          </a:p>
        </p:txBody>
      </p:sp>
    </p:spTree>
    <p:extLst>
      <p:ext uri="{BB962C8B-B14F-4D97-AF65-F5344CB8AC3E}">
        <p14:creationId xmlns:p14="http://schemas.microsoft.com/office/powerpoint/2010/main" val="1838979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4F939-E316-6E74-F4CC-12AC8E432D6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BE9332A-904F-A22D-23CD-4A6C952B7032}"/>
              </a:ext>
            </a:extLst>
          </p:cNvPr>
          <p:cNvSpPr/>
          <p:nvPr/>
        </p:nvSpPr>
        <p:spPr>
          <a:xfrm>
            <a:off x="-1" y="0"/>
            <a:ext cx="19010313" cy="878981"/>
          </a:xfrm>
          <a:prstGeom prst="rect">
            <a:avLst/>
          </a:prstGeom>
          <a:solidFill>
            <a:srgbClr val="009E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bject 9">
            <a:extLst>
              <a:ext uri="{FF2B5EF4-FFF2-40B4-BE49-F238E27FC236}">
                <a16:creationId xmlns:a16="http://schemas.microsoft.com/office/drawing/2014/main" id="{D8855309-1645-9D4E-1E7C-4F6BC7F7A460}"/>
              </a:ext>
            </a:extLst>
          </p:cNvPr>
          <p:cNvSpPr txBox="1"/>
          <p:nvPr/>
        </p:nvSpPr>
        <p:spPr>
          <a:xfrm>
            <a:off x="648172" y="217634"/>
            <a:ext cx="8640960" cy="410241"/>
          </a:xfrm>
          <a:prstGeom prst="rect">
            <a:avLst/>
          </a:prstGeom>
        </p:spPr>
        <p:txBody>
          <a:bodyPr vert="horz" wrap="square" lIns="0" tIns="12700" rIns="0" bIns="0" rtlCol="0">
            <a:spAutoFit/>
          </a:bodyPr>
          <a:lstStyle/>
          <a:p>
            <a:pPr>
              <a:lnSpc>
                <a:spcPct val="115000"/>
              </a:lnSpc>
              <a:spcBef>
                <a:spcPts val="1600"/>
              </a:spcBef>
              <a:spcAft>
                <a:spcPts val="600"/>
              </a:spcAft>
              <a:buNone/>
            </a:pPr>
            <a:r>
              <a:rPr lang="en-US" sz="2400" b="1" dirty="0">
                <a:solidFill>
                  <a:schemeClr val="bg1"/>
                </a:solidFill>
                <a:effectLst/>
                <a:latin typeface="Arial" panose="020B0604020202020204" pitchFamily="34" charset="0"/>
                <a:ea typeface="MS Gothic" panose="020B0609070205080204" pitchFamily="49" charset="-128"/>
                <a:cs typeface="Times New Roman" panose="02020603050405020304" pitchFamily="18" charset="0"/>
              </a:rPr>
              <a:t>5. HARDWARE &amp; SOFTWARE REQUIREMENTS</a:t>
            </a:r>
            <a:endParaRPr lang="en-IN" sz="240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p:txBody>
      </p:sp>
      <p:sp>
        <p:nvSpPr>
          <p:cNvPr id="12" name="object 10">
            <a:extLst>
              <a:ext uri="{FF2B5EF4-FFF2-40B4-BE49-F238E27FC236}">
                <a16:creationId xmlns:a16="http://schemas.microsoft.com/office/drawing/2014/main" id="{D5420A55-5A65-75FB-00E2-B3C3C18D6828}"/>
              </a:ext>
            </a:extLst>
          </p:cNvPr>
          <p:cNvSpPr txBox="1"/>
          <p:nvPr/>
        </p:nvSpPr>
        <p:spPr>
          <a:xfrm>
            <a:off x="971550" y="1689100"/>
            <a:ext cx="17220406" cy="374461"/>
          </a:xfrm>
          <a:prstGeom prst="rect">
            <a:avLst/>
          </a:prstGeom>
        </p:spPr>
        <p:txBody>
          <a:bodyPr vert="horz" wrap="square" lIns="0" tIns="5080" rIns="0" bIns="0" rtlCol="0">
            <a:spAutoFit/>
          </a:bodyPr>
          <a:lstStyle/>
          <a:p>
            <a:pPr marL="12700" marR="5080">
              <a:lnSpc>
                <a:spcPct val="100000"/>
              </a:lnSpc>
              <a:spcBef>
                <a:spcPts val="100"/>
              </a:spcBef>
            </a:pPr>
            <a:r>
              <a:rPr lang="en-GB" sz="2400" dirty="0">
                <a:cs typeface="Source Sans Pro Light"/>
              </a:rPr>
              <a:t>Enter text here </a:t>
            </a:r>
            <a:endParaRPr lang="en-US" sz="2400" dirty="0">
              <a:cs typeface="Source Sans Pro Light"/>
            </a:endParaRPr>
          </a:p>
        </p:txBody>
      </p:sp>
      <p:pic>
        <p:nvPicPr>
          <p:cNvPr id="4" name="Picture 3">
            <a:extLst>
              <a:ext uri="{FF2B5EF4-FFF2-40B4-BE49-F238E27FC236}">
                <a16:creationId xmlns:a16="http://schemas.microsoft.com/office/drawing/2014/main" id="{E5DD043B-6560-0144-4230-D38AD440A8ED}"/>
              </a:ext>
            </a:extLst>
          </p:cNvPr>
          <p:cNvPicPr>
            <a:picLocks noChangeAspect="1"/>
          </p:cNvPicPr>
          <p:nvPr/>
        </p:nvPicPr>
        <p:blipFill>
          <a:blip r:embed="rId2"/>
          <a:stretch>
            <a:fillRect/>
          </a:stretch>
        </p:blipFill>
        <p:spPr>
          <a:xfrm>
            <a:off x="17759115" y="9254072"/>
            <a:ext cx="1314252" cy="1314252"/>
          </a:xfrm>
          <a:prstGeom prst="rect">
            <a:avLst/>
          </a:prstGeom>
        </p:spPr>
      </p:pic>
      <p:sp>
        <p:nvSpPr>
          <p:cNvPr id="6" name="Date Placeholder 5">
            <a:extLst>
              <a:ext uri="{FF2B5EF4-FFF2-40B4-BE49-F238E27FC236}">
                <a16:creationId xmlns:a16="http://schemas.microsoft.com/office/drawing/2014/main" id="{D36F7319-5795-9B62-B51F-990D3B8BE5AB}"/>
              </a:ext>
            </a:extLst>
          </p:cNvPr>
          <p:cNvSpPr>
            <a:spLocks noGrp="1"/>
          </p:cNvSpPr>
          <p:nvPr>
            <p:ph type="dt" sz="half" idx="10"/>
          </p:nvPr>
        </p:nvSpPr>
        <p:spPr/>
        <p:txBody>
          <a:bodyPr/>
          <a:lstStyle/>
          <a:p>
            <a:r>
              <a:rPr lang="en-US"/>
              <a:t>7/27/2026</a:t>
            </a:r>
            <a:endParaRPr lang="en-US" dirty="0"/>
          </a:p>
        </p:txBody>
      </p:sp>
      <p:sp>
        <p:nvSpPr>
          <p:cNvPr id="7" name="Footer Placeholder 6">
            <a:extLst>
              <a:ext uri="{FF2B5EF4-FFF2-40B4-BE49-F238E27FC236}">
                <a16:creationId xmlns:a16="http://schemas.microsoft.com/office/drawing/2014/main" id="{FDEA2365-D8AF-290F-D4E1-3AAC90E7246C}"/>
              </a:ext>
            </a:extLst>
          </p:cNvPr>
          <p:cNvSpPr>
            <a:spLocks noGrp="1"/>
          </p:cNvSpPr>
          <p:nvPr>
            <p:ph type="ftr" sz="quarter" idx="11"/>
          </p:nvPr>
        </p:nvSpPr>
        <p:spPr/>
        <p:txBody>
          <a:bodyPr/>
          <a:lstStyle/>
          <a:p>
            <a:r>
              <a:rPr lang="en-GB" dirty="0"/>
              <a:t>PROJECT TITLE </a:t>
            </a:r>
            <a:endParaRPr lang="cs-CZ" dirty="0"/>
          </a:p>
          <a:p>
            <a:endParaRPr lang="cs-CZ" dirty="0"/>
          </a:p>
        </p:txBody>
      </p:sp>
      <p:sp>
        <p:nvSpPr>
          <p:cNvPr id="8" name="Slide Number Placeholder 7">
            <a:extLst>
              <a:ext uri="{FF2B5EF4-FFF2-40B4-BE49-F238E27FC236}">
                <a16:creationId xmlns:a16="http://schemas.microsoft.com/office/drawing/2014/main" id="{E6DBF4CD-5DDC-66B5-0863-BD4A691FF6C4}"/>
              </a:ext>
            </a:extLst>
          </p:cNvPr>
          <p:cNvSpPr>
            <a:spLocks noGrp="1"/>
          </p:cNvSpPr>
          <p:nvPr>
            <p:ph type="sldNum" sz="quarter" idx="12"/>
          </p:nvPr>
        </p:nvSpPr>
        <p:spPr/>
        <p:txBody>
          <a:bodyPr/>
          <a:lstStyle/>
          <a:p>
            <a:fld id="{B6F15528-21DE-4FAA-801E-634DDDAF4B2B}" type="slidenum">
              <a:rPr lang="cs-CZ" smtClean="0"/>
              <a:t>9</a:t>
            </a:fld>
            <a:endParaRPr lang="cs-CZ"/>
          </a:p>
        </p:txBody>
      </p:sp>
    </p:spTree>
    <p:extLst>
      <p:ext uri="{BB962C8B-B14F-4D97-AF65-F5344CB8AC3E}">
        <p14:creationId xmlns:p14="http://schemas.microsoft.com/office/powerpoint/2010/main" val="4225958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8E91C-7522-7E45-AE63-167B8767585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7BFAD3B-EF3D-ECBD-DAFC-E6D704DE2CA5}"/>
              </a:ext>
            </a:extLst>
          </p:cNvPr>
          <p:cNvSpPr/>
          <p:nvPr/>
        </p:nvSpPr>
        <p:spPr>
          <a:xfrm>
            <a:off x="-1" y="0"/>
            <a:ext cx="19010313" cy="878981"/>
          </a:xfrm>
          <a:prstGeom prst="rect">
            <a:avLst/>
          </a:prstGeom>
          <a:solidFill>
            <a:srgbClr val="009E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bject 9">
            <a:extLst>
              <a:ext uri="{FF2B5EF4-FFF2-40B4-BE49-F238E27FC236}">
                <a16:creationId xmlns:a16="http://schemas.microsoft.com/office/drawing/2014/main" id="{1FABDD3F-F797-D95B-FF65-FF6AC05A1025}"/>
              </a:ext>
            </a:extLst>
          </p:cNvPr>
          <p:cNvSpPr txBox="1"/>
          <p:nvPr/>
        </p:nvSpPr>
        <p:spPr>
          <a:xfrm>
            <a:off x="648172" y="217634"/>
            <a:ext cx="8640960" cy="476477"/>
          </a:xfrm>
          <a:prstGeom prst="rect">
            <a:avLst/>
          </a:prstGeom>
        </p:spPr>
        <p:txBody>
          <a:bodyPr vert="horz" wrap="square" lIns="0" tIns="12700" rIns="0" bIns="0" rtlCol="0">
            <a:spAutoFit/>
          </a:bodyPr>
          <a:lstStyle/>
          <a:p>
            <a:pPr>
              <a:lnSpc>
                <a:spcPct val="115000"/>
              </a:lnSpc>
              <a:spcBef>
                <a:spcPts val="1600"/>
              </a:spcBef>
              <a:spcAft>
                <a:spcPts val="600"/>
              </a:spcAft>
              <a:buNone/>
            </a:pPr>
            <a:r>
              <a:rPr lang="en-US" sz="2800" b="1" dirty="0">
                <a:solidFill>
                  <a:schemeClr val="bg1"/>
                </a:solidFill>
                <a:effectLst/>
                <a:latin typeface="Arial" panose="020B0604020202020204" pitchFamily="34" charset="0"/>
                <a:ea typeface="MS Gothic" panose="020B0609070205080204" pitchFamily="49" charset="-128"/>
                <a:cs typeface="Times New Roman" panose="02020603050405020304" pitchFamily="18" charset="0"/>
              </a:rPr>
              <a:t>6. EXPECTED DELIVERABLES</a:t>
            </a:r>
            <a:endParaRPr lang="en-IN" sz="280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p:txBody>
      </p:sp>
      <p:sp>
        <p:nvSpPr>
          <p:cNvPr id="12" name="object 10">
            <a:extLst>
              <a:ext uri="{FF2B5EF4-FFF2-40B4-BE49-F238E27FC236}">
                <a16:creationId xmlns:a16="http://schemas.microsoft.com/office/drawing/2014/main" id="{83DC8E56-03E0-86C5-E7DE-808DE4BFBB39}"/>
              </a:ext>
            </a:extLst>
          </p:cNvPr>
          <p:cNvSpPr txBox="1"/>
          <p:nvPr/>
        </p:nvSpPr>
        <p:spPr>
          <a:xfrm>
            <a:off x="971550" y="1689100"/>
            <a:ext cx="17220406" cy="374461"/>
          </a:xfrm>
          <a:prstGeom prst="rect">
            <a:avLst/>
          </a:prstGeom>
        </p:spPr>
        <p:txBody>
          <a:bodyPr vert="horz" wrap="square" lIns="0" tIns="5080" rIns="0" bIns="0" rtlCol="0">
            <a:spAutoFit/>
          </a:bodyPr>
          <a:lstStyle/>
          <a:p>
            <a:pPr marL="12700" marR="5080">
              <a:lnSpc>
                <a:spcPct val="100000"/>
              </a:lnSpc>
              <a:spcBef>
                <a:spcPts val="100"/>
              </a:spcBef>
            </a:pPr>
            <a:r>
              <a:rPr lang="en-GB" sz="2400" dirty="0">
                <a:cs typeface="Source Sans Pro Light"/>
              </a:rPr>
              <a:t>Enter text here </a:t>
            </a:r>
            <a:endParaRPr lang="en-US" sz="2400" dirty="0">
              <a:cs typeface="Source Sans Pro Light"/>
            </a:endParaRPr>
          </a:p>
        </p:txBody>
      </p:sp>
      <p:pic>
        <p:nvPicPr>
          <p:cNvPr id="4" name="Picture 3">
            <a:extLst>
              <a:ext uri="{FF2B5EF4-FFF2-40B4-BE49-F238E27FC236}">
                <a16:creationId xmlns:a16="http://schemas.microsoft.com/office/drawing/2014/main" id="{62D30E28-7EF1-A421-B101-0B4F7CDF404B}"/>
              </a:ext>
            </a:extLst>
          </p:cNvPr>
          <p:cNvPicPr>
            <a:picLocks noChangeAspect="1"/>
          </p:cNvPicPr>
          <p:nvPr/>
        </p:nvPicPr>
        <p:blipFill>
          <a:blip r:embed="rId2"/>
          <a:stretch>
            <a:fillRect/>
          </a:stretch>
        </p:blipFill>
        <p:spPr>
          <a:xfrm>
            <a:off x="17759115" y="9254072"/>
            <a:ext cx="1314252" cy="1314252"/>
          </a:xfrm>
          <a:prstGeom prst="rect">
            <a:avLst/>
          </a:prstGeom>
        </p:spPr>
      </p:pic>
      <p:sp>
        <p:nvSpPr>
          <p:cNvPr id="6" name="Date Placeholder 5">
            <a:extLst>
              <a:ext uri="{FF2B5EF4-FFF2-40B4-BE49-F238E27FC236}">
                <a16:creationId xmlns:a16="http://schemas.microsoft.com/office/drawing/2014/main" id="{7E8C298A-76F5-B77B-D58E-C8BA9F56E666}"/>
              </a:ext>
            </a:extLst>
          </p:cNvPr>
          <p:cNvSpPr>
            <a:spLocks noGrp="1"/>
          </p:cNvSpPr>
          <p:nvPr>
            <p:ph type="dt" sz="half" idx="10"/>
          </p:nvPr>
        </p:nvSpPr>
        <p:spPr/>
        <p:txBody>
          <a:bodyPr/>
          <a:lstStyle/>
          <a:p>
            <a:r>
              <a:rPr lang="en-US"/>
              <a:t>7/27/2026</a:t>
            </a:r>
            <a:endParaRPr lang="en-US" dirty="0"/>
          </a:p>
        </p:txBody>
      </p:sp>
      <p:sp>
        <p:nvSpPr>
          <p:cNvPr id="7" name="Footer Placeholder 6">
            <a:extLst>
              <a:ext uri="{FF2B5EF4-FFF2-40B4-BE49-F238E27FC236}">
                <a16:creationId xmlns:a16="http://schemas.microsoft.com/office/drawing/2014/main" id="{1D8345B6-8CE3-2BE9-DF74-8711616F834F}"/>
              </a:ext>
            </a:extLst>
          </p:cNvPr>
          <p:cNvSpPr>
            <a:spLocks noGrp="1"/>
          </p:cNvSpPr>
          <p:nvPr>
            <p:ph type="ftr" sz="quarter" idx="11"/>
          </p:nvPr>
        </p:nvSpPr>
        <p:spPr/>
        <p:txBody>
          <a:bodyPr/>
          <a:lstStyle/>
          <a:p>
            <a:r>
              <a:rPr lang="en-GB" dirty="0"/>
              <a:t>PROJECT TITLE </a:t>
            </a:r>
            <a:endParaRPr lang="cs-CZ" dirty="0"/>
          </a:p>
          <a:p>
            <a:endParaRPr lang="cs-CZ" dirty="0"/>
          </a:p>
        </p:txBody>
      </p:sp>
      <p:sp>
        <p:nvSpPr>
          <p:cNvPr id="8" name="Slide Number Placeholder 7">
            <a:extLst>
              <a:ext uri="{FF2B5EF4-FFF2-40B4-BE49-F238E27FC236}">
                <a16:creationId xmlns:a16="http://schemas.microsoft.com/office/drawing/2014/main" id="{742E0C55-CAE3-DA7B-3596-7348CA48BF48}"/>
              </a:ext>
            </a:extLst>
          </p:cNvPr>
          <p:cNvSpPr>
            <a:spLocks noGrp="1"/>
          </p:cNvSpPr>
          <p:nvPr>
            <p:ph type="sldNum" sz="quarter" idx="12"/>
          </p:nvPr>
        </p:nvSpPr>
        <p:spPr/>
        <p:txBody>
          <a:bodyPr/>
          <a:lstStyle/>
          <a:p>
            <a:fld id="{B6F15528-21DE-4FAA-801E-634DDDAF4B2B}" type="slidenum">
              <a:rPr lang="cs-CZ" smtClean="0"/>
              <a:t>10</a:t>
            </a:fld>
            <a:endParaRPr lang="cs-CZ"/>
          </a:p>
        </p:txBody>
      </p:sp>
    </p:spTree>
    <p:extLst>
      <p:ext uri="{BB962C8B-B14F-4D97-AF65-F5344CB8AC3E}">
        <p14:creationId xmlns:p14="http://schemas.microsoft.com/office/powerpoint/2010/main" val="3105932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8F0BC-5ED0-2BBC-857C-096DB278090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98FCAB7-1EF7-0CBB-8139-1DBEDD1DE328}"/>
              </a:ext>
            </a:extLst>
          </p:cNvPr>
          <p:cNvSpPr/>
          <p:nvPr/>
        </p:nvSpPr>
        <p:spPr>
          <a:xfrm>
            <a:off x="-1" y="0"/>
            <a:ext cx="19010313" cy="878981"/>
          </a:xfrm>
          <a:prstGeom prst="rect">
            <a:avLst/>
          </a:prstGeom>
          <a:solidFill>
            <a:srgbClr val="009E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bject 9">
            <a:extLst>
              <a:ext uri="{FF2B5EF4-FFF2-40B4-BE49-F238E27FC236}">
                <a16:creationId xmlns:a16="http://schemas.microsoft.com/office/drawing/2014/main" id="{7552DA98-E4CD-F9F8-7766-589A132AA20A}"/>
              </a:ext>
            </a:extLst>
          </p:cNvPr>
          <p:cNvSpPr txBox="1"/>
          <p:nvPr/>
        </p:nvSpPr>
        <p:spPr>
          <a:xfrm>
            <a:off x="648172" y="217634"/>
            <a:ext cx="8640960" cy="476477"/>
          </a:xfrm>
          <a:prstGeom prst="rect">
            <a:avLst/>
          </a:prstGeom>
        </p:spPr>
        <p:txBody>
          <a:bodyPr vert="horz" wrap="square" lIns="0" tIns="12700" rIns="0" bIns="0" rtlCol="0">
            <a:spAutoFit/>
          </a:bodyPr>
          <a:lstStyle/>
          <a:p>
            <a:pPr>
              <a:lnSpc>
                <a:spcPct val="115000"/>
              </a:lnSpc>
              <a:spcBef>
                <a:spcPts val="1600"/>
              </a:spcBef>
              <a:spcAft>
                <a:spcPts val="600"/>
              </a:spcAft>
              <a:buNone/>
            </a:pPr>
            <a:r>
              <a:rPr lang="en-US" sz="2800" b="1" dirty="0">
                <a:solidFill>
                  <a:schemeClr val="bg1"/>
                </a:solidFill>
                <a:effectLst/>
                <a:latin typeface="Arial" panose="020B0604020202020204" pitchFamily="34" charset="0"/>
                <a:ea typeface="MS Gothic" panose="020B0609070205080204" pitchFamily="49" charset="-128"/>
                <a:cs typeface="Times New Roman" panose="02020603050405020304" pitchFamily="18" charset="0"/>
              </a:rPr>
              <a:t>7. REFERENCES</a:t>
            </a:r>
            <a:endParaRPr lang="en-IN" sz="280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p:txBody>
      </p:sp>
      <p:sp>
        <p:nvSpPr>
          <p:cNvPr id="12" name="object 10">
            <a:extLst>
              <a:ext uri="{FF2B5EF4-FFF2-40B4-BE49-F238E27FC236}">
                <a16:creationId xmlns:a16="http://schemas.microsoft.com/office/drawing/2014/main" id="{66A206FD-E0B9-07AA-9703-6B07CBCAF999}"/>
              </a:ext>
            </a:extLst>
          </p:cNvPr>
          <p:cNvSpPr txBox="1"/>
          <p:nvPr/>
        </p:nvSpPr>
        <p:spPr>
          <a:xfrm>
            <a:off x="971550" y="1689100"/>
            <a:ext cx="17220406" cy="374461"/>
          </a:xfrm>
          <a:prstGeom prst="rect">
            <a:avLst/>
          </a:prstGeom>
        </p:spPr>
        <p:txBody>
          <a:bodyPr vert="horz" wrap="square" lIns="0" tIns="5080" rIns="0" bIns="0" rtlCol="0">
            <a:spAutoFit/>
          </a:bodyPr>
          <a:lstStyle/>
          <a:p>
            <a:pPr marL="12700" marR="5080">
              <a:lnSpc>
                <a:spcPct val="100000"/>
              </a:lnSpc>
              <a:spcBef>
                <a:spcPts val="100"/>
              </a:spcBef>
            </a:pPr>
            <a:r>
              <a:rPr lang="en-GB" sz="2400" dirty="0">
                <a:cs typeface="Source Sans Pro Light"/>
              </a:rPr>
              <a:t>Enter text here </a:t>
            </a:r>
            <a:endParaRPr lang="en-US" sz="2400" dirty="0">
              <a:cs typeface="Source Sans Pro Light"/>
            </a:endParaRPr>
          </a:p>
        </p:txBody>
      </p:sp>
      <p:pic>
        <p:nvPicPr>
          <p:cNvPr id="4" name="Picture 3">
            <a:extLst>
              <a:ext uri="{FF2B5EF4-FFF2-40B4-BE49-F238E27FC236}">
                <a16:creationId xmlns:a16="http://schemas.microsoft.com/office/drawing/2014/main" id="{34FD46B0-D5EB-F717-D7A9-F2992FF29239}"/>
              </a:ext>
            </a:extLst>
          </p:cNvPr>
          <p:cNvPicPr>
            <a:picLocks noChangeAspect="1"/>
          </p:cNvPicPr>
          <p:nvPr/>
        </p:nvPicPr>
        <p:blipFill>
          <a:blip r:embed="rId2"/>
          <a:stretch>
            <a:fillRect/>
          </a:stretch>
        </p:blipFill>
        <p:spPr>
          <a:xfrm>
            <a:off x="17759115" y="9254072"/>
            <a:ext cx="1314252" cy="1314252"/>
          </a:xfrm>
          <a:prstGeom prst="rect">
            <a:avLst/>
          </a:prstGeom>
        </p:spPr>
      </p:pic>
      <p:sp>
        <p:nvSpPr>
          <p:cNvPr id="6" name="Date Placeholder 5">
            <a:extLst>
              <a:ext uri="{FF2B5EF4-FFF2-40B4-BE49-F238E27FC236}">
                <a16:creationId xmlns:a16="http://schemas.microsoft.com/office/drawing/2014/main" id="{240CC2C8-EF0D-2733-0489-93D9CBBB3B2F}"/>
              </a:ext>
            </a:extLst>
          </p:cNvPr>
          <p:cNvSpPr>
            <a:spLocks noGrp="1"/>
          </p:cNvSpPr>
          <p:nvPr>
            <p:ph type="dt" sz="half" idx="10"/>
          </p:nvPr>
        </p:nvSpPr>
        <p:spPr/>
        <p:txBody>
          <a:bodyPr/>
          <a:lstStyle/>
          <a:p>
            <a:r>
              <a:rPr lang="en-US"/>
              <a:t>7/27/2026</a:t>
            </a:r>
            <a:endParaRPr lang="en-US" dirty="0"/>
          </a:p>
        </p:txBody>
      </p:sp>
      <p:sp>
        <p:nvSpPr>
          <p:cNvPr id="7" name="Footer Placeholder 6">
            <a:extLst>
              <a:ext uri="{FF2B5EF4-FFF2-40B4-BE49-F238E27FC236}">
                <a16:creationId xmlns:a16="http://schemas.microsoft.com/office/drawing/2014/main" id="{C64F995A-6307-B5E6-A972-631CB1D000E8}"/>
              </a:ext>
            </a:extLst>
          </p:cNvPr>
          <p:cNvSpPr>
            <a:spLocks noGrp="1"/>
          </p:cNvSpPr>
          <p:nvPr>
            <p:ph type="ftr" sz="quarter" idx="11"/>
          </p:nvPr>
        </p:nvSpPr>
        <p:spPr/>
        <p:txBody>
          <a:bodyPr/>
          <a:lstStyle/>
          <a:p>
            <a:r>
              <a:rPr lang="en-GB" dirty="0"/>
              <a:t>PROJECT TITLE </a:t>
            </a:r>
            <a:endParaRPr lang="cs-CZ" dirty="0"/>
          </a:p>
          <a:p>
            <a:endParaRPr lang="cs-CZ" dirty="0"/>
          </a:p>
        </p:txBody>
      </p:sp>
      <p:sp>
        <p:nvSpPr>
          <p:cNvPr id="8" name="Slide Number Placeholder 7">
            <a:extLst>
              <a:ext uri="{FF2B5EF4-FFF2-40B4-BE49-F238E27FC236}">
                <a16:creationId xmlns:a16="http://schemas.microsoft.com/office/drawing/2014/main" id="{C77741DF-616F-B0DC-EC18-E31EC2863B88}"/>
              </a:ext>
            </a:extLst>
          </p:cNvPr>
          <p:cNvSpPr>
            <a:spLocks noGrp="1"/>
          </p:cNvSpPr>
          <p:nvPr>
            <p:ph type="sldNum" sz="quarter" idx="12"/>
          </p:nvPr>
        </p:nvSpPr>
        <p:spPr/>
        <p:txBody>
          <a:bodyPr/>
          <a:lstStyle/>
          <a:p>
            <a:fld id="{B6F15528-21DE-4FAA-801E-634DDDAF4B2B}" type="slidenum">
              <a:rPr lang="cs-CZ" smtClean="0"/>
              <a:t>11</a:t>
            </a:fld>
            <a:endParaRPr lang="cs-CZ"/>
          </a:p>
        </p:txBody>
      </p:sp>
    </p:spTree>
    <p:extLst>
      <p:ext uri="{BB962C8B-B14F-4D97-AF65-F5344CB8AC3E}">
        <p14:creationId xmlns:p14="http://schemas.microsoft.com/office/powerpoint/2010/main" val="4111979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85100D-8158-D608-5CFD-A39DB22A38E1}"/>
              </a:ext>
            </a:extLst>
          </p:cNvPr>
          <p:cNvSpPr>
            <a:spLocks noGrp="1"/>
          </p:cNvSpPr>
          <p:nvPr>
            <p:ph type="dt" sz="half" idx="10"/>
          </p:nvPr>
        </p:nvSpPr>
        <p:spPr/>
        <p:txBody>
          <a:bodyPr/>
          <a:lstStyle/>
          <a:p>
            <a:r>
              <a:rPr lang="en-US"/>
              <a:t>7/27/2026</a:t>
            </a:r>
            <a:endParaRPr lang="en-US" dirty="0"/>
          </a:p>
        </p:txBody>
      </p:sp>
      <p:sp>
        <p:nvSpPr>
          <p:cNvPr id="3" name="Footer Placeholder 2">
            <a:extLst>
              <a:ext uri="{FF2B5EF4-FFF2-40B4-BE49-F238E27FC236}">
                <a16:creationId xmlns:a16="http://schemas.microsoft.com/office/drawing/2014/main" id="{63199191-E626-E520-41D8-F54668D6B559}"/>
              </a:ext>
            </a:extLst>
          </p:cNvPr>
          <p:cNvSpPr>
            <a:spLocks noGrp="1"/>
          </p:cNvSpPr>
          <p:nvPr>
            <p:ph type="ftr" sz="quarter" idx="11"/>
          </p:nvPr>
        </p:nvSpPr>
        <p:spPr/>
        <p:txBody>
          <a:bodyPr/>
          <a:lstStyle/>
          <a:p>
            <a:endParaRPr lang="cs-CZ"/>
          </a:p>
        </p:txBody>
      </p:sp>
      <p:sp>
        <p:nvSpPr>
          <p:cNvPr id="4" name="Slide Number Placeholder 3">
            <a:extLst>
              <a:ext uri="{FF2B5EF4-FFF2-40B4-BE49-F238E27FC236}">
                <a16:creationId xmlns:a16="http://schemas.microsoft.com/office/drawing/2014/main" id="{51754FD2-FEAB-5659-2451-D0FE1CB7D253}"/>
              </a:ext>
            </a:extLst>
          </p:cNvPr>
          <p:cNvSpPr>
            <a:spLocks noGrp="1"/>
          </p:cNvSpPr>
          <p:nvPr>
            <p:ph type="sldNum" sz="quarter" idx="12"/>
          </p:nvPr>
        </p:nvSpPr>
        <p:spPr/>
        <p:txBody>
          <a:bodyPr/>
          <a:lstStyle/>
          <a:p>
            <a:fld id="{B6F15528-21DE-4FAA-801E-634DDDAF4B2B}" type="slidenum">
              <a:rPr lang="cs-CZ" smtClean="0"/>
              <a:t>12</a:t>
            </a:fld>
            <a:endParaRPr lang="cs-CZ"/>
          </a:p>
        </p:txBody>
      </p:sp>
      <p:sp>
        <p:nvSpPr>
          <p:cNvPr id="6" name="TextBox 5">
            <a:extLst>
              <a:ext uri="{FF2B5EF4-FFF2-40B4-BE49-F238E27FC236}">
                <a16:creationId xmlns:a16="http://schemas.microsoft.com/office/drawing/2014/main" id="{3F7ECB75-1B5B-0FF8-9134-7648BB95812A}"/>
              </a:ext>
            </a:extLst>
          </p:cNvPr>
          <p:cNvSpPr txBox="1"/>
          <p:nvPr/>
        </p:nvSpPr>
        <p:spPr>
          <a:xfrm>
            <a:off x="6840860" y="4338588"/>
            <a:ext cx="6415981" cy="1200329"/>
          </a:xfrm>
          <a:prstGeom prst="rect">
            <a:avLst/>
          </a:prstGeom>
          <a:noFill/>
        </p:spPr>
        <p:txBody>
          <a:bodyPr wrap="square" rtlCol="0">
            <a:spAutoFit/>
          </a:bodyPr>
          <a:lstStyle/>
          <a:p>
            <a:pPr algn="ctr"/>
            <a:r>
              <a:rPr lang="en-GB" sz="7200" b="1" dirty="0">
                <a:solidFill>
                  <a:srgbClr val="C00000"/>
                </a:solidFill>
              </a:rPr>
              <a:t>QUESTIONS </a:t>
            </a:r>
            <a:endParaRPr lang="en-IN" sz="7200" b="1" dirty="0">
              <a:solidFill>
                <a:srgbClr val="C00000"/>
              </a:solidFill>
            </a:endParaRPr>
          </a:p>
        </p:txBody>
      </p:sp>
    </p:spTree>
    <p:extLst>
      <p:ext uri="{BB962C8B-B14F-4D97-AF65-F5344CB8AC3E}">
        <p14:creationId xmlns:p14="http://schemas.microsoft.com/office/powerpoint/2010/main" val="2864539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8FB9576-71CA-6167-2EC5-6F575F33804F}"/>
              </a:ext>
            </a:extLst>
          </p:cNvPr>
          <p:cNvSpPr>
            <a:spLocks noGrp="1"/>
          </p:cNvSpPr>
          <p:nvPr>
            <p:ph type="dt" sz="half" idx="10"/>
          </p:nvPr>
        </p:nvSpPr>
        <p:spPr/>
        <p:txBody>
          <a:bodyPr/>
          <a:lstStyle/>
          <a:p>
            <a:r>
              <a:rPr lang="en-US"/>
              <a:t>7/27/2026</a:t>
            </a:r>
            <a:endParaRPr lang="en-US" dirty="0"/>
          </a:p>
        </p:txBody>
      </p:sp>
      <p:sp>
        <p:nvSpPr>
          <p:cNvPr id="4" name="Footer Placeholder 3">
            <a:extLst>
              <a:ext uri="{FF2B5EF4-FFF2-40B4-BE49-F238E27FC236}">
                <a16:creationId xmlns:a16="http://schemas.microsoft.com/office/drawing/2014/main" id="{7EF81EFE-AAC7-CAB6-83FD-002C42002F12}"/>
              </a:ext>
            </a:extLst>
          </p:cNvPr>
          <p:cNvSpPr>
            <a:spLocks noGrp="1"/>
          </p:cNvSpPr>
          <p:nvPr>
            <p:ph type="ftr" sz="quarter" idx="11"/>
          </p:nvPr>
        </p:nvSpPr>
        <p:spPr/>
        <p:txBody>
          <a:bodyPr/>
          <a:lstStyle/>
          <a:p>
            <a:endParaRPr lang="cs-CZ"/>
          </a:p>
        </p:txBody>
      </p:sp>
      <p:sp>
        <p:nvSpPr>
          <p:cNvPr id="5" name="Slide Number Placeholder 4">
            <a:extLst>
              <a:ext uri="{FF2B5EF4-FFF2-40B4-BE49-F238E27FC236}">
                <a16:creationId xmlns:a16="http://schemas.microsoft.com/office/drawing/2014/main" id="{7170B9AD-85B7-007B-B953-57299E694305}"/>
              </a:ext>
            </a:extLst>
          </p:cNvPr>
          <p:cNvSpPr>
            <a:spLocks noGrp="1"/>
          </p:cNvSpPr>
          <p:nvPr>
            <p:ph type="sldNum" sz="quarter" idx="12"/>
          </p:nvPr>
        </p:nvSpPr>
        <p:spPr/>
        <p:txBody>
          <a:bodyPr/>
          <a:lstStyle/>
          <a:p>
            <a:fld id="{B6F15528-21DE-4FAA-801E-634DDDAF4B2B}" type="slidenum">
              <a:rPr lang="cs-CZ" smtClean="0"/>
              <a:t>13</a:t>
            </a:fld>
            <a:endParaRPr lang="cs-CZ"/>
          </a:p>
        </p:txBody>
      </p:sp>
      <p:sp>
        <p:nvSpPr>
          <p:cNvPr id="6" name="TextBox 5">
            <a:extLst>
              <a:ext uri="{FF2B5EF4-FFF2-40B4-BE49-F238E27FC236}">
                <a16:creationId xmlns:a16="http://schemas.microsoft.com/office/drawing/2014/main" id="{A509B629-BD9A-2002-F50F-68AB3D3A4869}"/>
              </a:ext>
            </a:extLst>
          </p:cNvPr>
          <p:cNvSpPr txBox="1"/>
          <p:nvPr/>
        </p:nvSpPr>
        <p:spPr>
          <a:xfrm>
            <a:off x="6840860" y="4338588"/>
            <a:ext cx="6415981" cy="1200329"/>
          </a:xfrm>
          <a:prstGeom prst="rect">
            <a:avLst/>
          </a:prstGeom>
          <a:noFill/>
        </p:spPr>
        <p:txBody>
          <a:bodyPr wrap="square" rtlCol="0">
            <a:spAutoFit/>
          </a:bodyPr>
          <a:lstStyle/>
          <a:p>
            <a:pPr algn="ctr"/>
            <a:r>
              <a:rPr lang="en-GB" sz="7200" b="1" dirty="0">
                <a:solidFill>
                  <a:srgbClr val="C00000"/>
                </a:solidFill>
              </a:rPr>
              <a:t>THANK YOU ! </a:t>
            </a:r>
            <a:endParaRPr lang="en-IN" sz="7200" b="1" dirty="0">
              <a:solidFill>
                <a:srgbClr val="C00000"/>
              </a:solidFill>
            </a:endParaRPr>
          </a:p>
        </p:txBody>
      </p:sp>
    </p:spTree>
    <p:extLst>
      <p:ext uri="{BB962C8B-B14F-4D97-AF65-F5344CB8AC3E}">
        <p14:creationId xmlns:p14="http://schemas.microsoft.com/office/powerpoint/2010/main" val="23421259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arth’s history, Spread of life - by Lifeliqe.pptx" id="{8018FD61-20E8-4D88-AAD1-B76880338021}" vid="{D0CEFEFF-AB95-4C99-A2ED-430BAE31D4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Earth’s history Spread of life</Template>
  <TotalTime>99</TotalTime>
  <Words>374</Words>
  <Application>Microsoft Office PowerPoint</Application>
  <PresentationFormat>Custom</PresentationFormat>
  <Paragraphs>79</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Calibri Light</vt:lpstr>
      <vt:lpstr>Source Sans Pro</vt:lpstr>
      <vt:lpstr>Source Sans Pro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 StriKsham</dc:creator>
  <cp:lastModifiedBy>harsh abad</cp:lastModifiedBy>
  <cp:revision>11</cp:revision>
  <dcterms:created xsi:type="dcterms:W3CDTF">2026-07-27T07:12:11Z</dcterms:created>
  <dcterms:modified xsi:type="dcterms:W3CDTF">2026-09-11T10:27:45Z</dcterms:modified>
</cp:coreProperties>
</file>