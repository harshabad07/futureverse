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8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 abad" userId="3aa972a0c7c4cf1e" providerId="LiveId" clId="{508C3893-B0B4-4B4D-BF3B-FF24F6F57962}"/>
    <pc:docChg chg="undo custSel modSld">
      <pc:chgData name="harsh abad" userId="3aa972a0c7c4cf1e" providerId="LiveId" clId="{508C3893-B0B4-4B4D-BF3B-FF24F6F57962}" dt="2026-09-11T16:44:10.442" v="10" actId="1076"/>
      <pc:docMkLst>
        <pc:docMk/>
      </pc:docMkLst>
      <pc:sldChg chg="modSp mod">
        <pc:chgData name="harsh abad" userId="3aa972a0c7c4cf1e" providerId="LiveId" clId="{508C3893-B0B4-4B4D-BF3B-FF24F6F57962}" dt="2026-09-11T16:44:10.442" v="10" actId="1076"/>
        <pc:sldMkLst>
          <pc:docMk/>
          <pc:sldMk cId="0" sldId="256"/>
        </pc:sldMkLst>
        <pc:spChg chg="mod">
          <ac:chgData name="harsh abad" userId="3aa972a0c7c4cf1e" providerId="LiveId" clId="{508C3893-B0B4-4B4D-BF3B-FF24F6F57962}" dt="2026-09-11T16:44:10.442" v="10" actId="1076"/>
          <ac:spMkLst>
            <pc:docMk/>
            <pc:sldMk cId="0" sldId="256"/>
            <ac:spMk id="3" creationId="{00000000-0000-0000-0000-000000000000}"/>
          </ac:spMkLst>
        </pc:spChg>
        <pc:picChg chg="mod">
          <ac:chgData name="harsh abad" userId="3aa972a0c7c4cf1e" providerId="LiveId" clId="{508C3893-B0B4-4B4D-BF3B-FF24F6F57962}" dt="2026-09-11T16:42:38.625" v="9" actId="1076"/>
          <ac:picMkLst>
            <pc:docMk/>
            <pc:sldMk cId="0" sldId="256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9-11 2159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92015" y="4421044"/>
            <a:ext cx="5532120" cy="1417320"/>
          </a:xfrm>
          <a:prstGeom prst="roundRect">
            <a:avLst/>
          </a:prstGeom>
          <a:solidFill>
            <a:srgbClr val="E6F2FA"/>
          </a:solidFill>
          <a:ln w="15240">
            <a:solidFill>
              <a:srgbClr val="239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4069080"/>
            <a:ext cx="64008" cy="1417320"/>
          </a:xfrm>
          <a:prstGeom prst="rect">
            <a:avLst/>
          </a:prstGeom>
          <a:solidFill>
            <a:srgbClr val="23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178808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F4E79"/>
                </a:solidFill>
                <a:latin typeface="Times New Roman"/>
              </a:rPr>
              <a:t>Implementation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44568"/>
            <a:ext cx="521208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Farmer-friendly UI prototype prepared</a:t>
            </a:r>
          </a:p>
          <a:p>
            <a:pPr>
              <a:spcAft>
                <a:spcPts val="300"/>
              </a:spcAft>
              <a:defRPr sz="125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Field Data, Farm Outlook &amp; Recommendation screens designed</a:t>
            </a:r>
          </a:p>
          <a:p>
            <a:pPr>
              <a:spcAft>
                <a:spcPts val="300"/>
              </a:spcAft>
              <a:defRPr sz="125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English, Hindi &amp; Marathi support added</a:t>
            </a:r>
          </a:p>
          <a:p>
            <a:pPr>
              <a:spcAft>
                <a:spcPts val="300"/>
              </a:spcAft>
              <a:defRPr sz="125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ML/API integration in progress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4069080"/>
            <a:ext cx="5532120" cy="1417320"/>
          </a:xfrm>
          <a:prstGeom prst="roundRect">
            <a:avLst/>
          </a:prstGeom>
          <a:solidFill>
            <a:srgbClr val="E8F5E8"/>
          </a:solidFill>
          <a:ln w="15240">
            <a:solidFill>
              <a:srgbClr val="4B9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72200" y="4069080"/>
            <a:ext cx="64008" cy="1417320"/>
          </a:xfrm>
          <a:prstGeom prst="rect">
            <a:avLst/>
          </a:prstGeom>
          <a:solidFill>
            <a:srgbClr val="4B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4178808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Times New Roman"/>
              </a:rPr>
              <a:t>Immediate Next Milestone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4544568"/>
            <a:ext cx="521208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000000"/>
                </a:solidFill>
                <a:latin typeface="Times New Roman"/>
              </a:defRPr>
            </a:pPr>
            <a:r>
              <a:t>• Finalize dataset and train ML models</a:t>
            </a:r>
          </a:p>
          <a:p>
            <a:pPr>
              <a:spcAft>
                <a:spcPts val="300"/>
              </a:spcAft>
              <a:defRPr sz="1250">
                <a:solidFill>
                  <a:srgbClr val="000000"/>
                </a:solidFill>
                <a:latin typeface="Times New Roman"/>
              </a:defRPr>
            </a:pPr>
            <a:r>
              <a:t>• Connect trained model with FastAPI</a:t>
            </a:r>
          </a:p>
          <a:p>
            <a:pPr>
              <a:spcAft>
                <a:spcPts val="300"/>
              </a:spcAft>
              <a:defRPr sz="1250">
                <a:solidFill>
                  <a:srgbClr val="000000"/>
                </a:solidFill>
                <a:latin typeface="Times New Roman"/>
              </a:defRPr>
            </a:pPr>
            <a:r>
              <a:t>• Integrate predictions with recommendation engine</a:t>
            </a:r>
          </a:p>
          <a:p>
            <a:pPr>
              <a:spcAft>
                <a:spcPts val="300"/>
              </a:spcAft>
              <a:defRPr sz="1250">
                <a:solidFill>
                  <a:srgbClr val="000000"/>
                </a:solidFill>
                <a:latin typeface="Times New Roman"/>
              </a:defRPr>
            </a:pPr>
            <a:r>
              <a:t>• End-to-end testing and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59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 abad</cp:lastModifiedBy>
  <cp:revision>1</cp:revision>
  <dcterms:created xsi:type="dcterms:W3CDTF">2013-01-27T09:14:16Z</dcterms:created>
  <dcterms:modified xsi:type="dcterms:W3CDTF">2026-09-11T16:44:20Z</dcterms:modified>
  <cp:category/>
</cp:coreProperties>
</file>