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85" r:id="rId2"/>
    <p:sldId id="256" r:id="rId3"/>
    <p:sldId id="257" r:id="rId4"/>
    <p:sldId id="265" r:id="rId5"/>
    <p:sldId id="258" r:id="rId6"/>
    <p:sldId id="259" r:id="rId7"/>
    <p:sldId id="263" r:id="rId8"/>
    <p:sldId id="260" r:id="rId9"/>
    <p:sldId id="261" r:id="rId10"/>
    <p:sldId id="264" r:id="rId11"/>
    <p:sldId id="262" r:id="rId12"/>
    <p:sldId id="300" r:id="rId13"/>
    <p:sldId id="28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FCA5E-2BCA-4BA4-81D5-80B9EF6BB07E}" v="15" dt="2026-09-11T14:44:02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abad" userId="3aa972a0c7c4cf1e" providerId="LiveId" clId="{508C3893-B0B4-4B4D-BF3B-FF24F6F57962}"/>
    <pc:docChg chg="undo custSel addSld delSld modSld sldOrd">
      <pc:chgData name="harsh abad" userId="3aa972a0c7c4cf1e" providerId="LiveId" clId="{508C3893-B0B4-4B4D-BF3B-FF24F6F57962}" dt="2026-09-11T14:48:22.570" v="939" actId="1076"/>
      <pc:docMkLst>
        <pc:docMk/>
      </pc:docMkLst>
      <pc:sldChg chg="addSp delSp modSp mod">
        <pc:chgData name="harsh abad" userId="3aa972a0c7c4cf1e" providerId="LiveId" clId="{508C3893-B0B4-4B4D-BF3B-FF24F6F57962}" dt="2026-09-11T14:38:15.874" v="752" actId="22"/>
        <pc:sldMkLst>
          <pc:docMk/>
          <pc:sldMk cId="0" sldId="256"/>
        </pc:sldMkLst>
        <pc:spChg chg="del">
          <ac:chgData name="harsh abad" userId="3aa972a0c7c4cf1e" providerId="LiveId" clId="{508C3893-B0B4-4B4D-BF3B-FF24F6F57962}" dt="2026-09-11T13:39:14.101" v="292" actId="21"/>
          <ac:spMkLst>
            <pc:docMk/>
            <pc:sldMk cId="0" sldId="256"/>
            <ac:spMk id="4" creationId="{00000000-0000-0000-0000-000000000000}"/>
          </ac:spMkLst>
        </pc:spChg>
        <pc:spChg chg="add del">
          <ac:chgData name="harsh abad" userId="3aa972a0c7c4cf1e" providerId="LiveId" clId="{508C3893-B0B4-4B4D-BF3B-FF24F6F57962}" dt="2026-09-11T13:00:28.669" v="39" actId="21"/>
          <ac:spMkLst>
            <pc:docMk/>
            <pc:sldMk cId="0" sldId="256"/>
            <ac:spMk id="7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6:09.329" v="21" actId="14100"/>
          <ac:spMkLst>
            <pc:docMk/>
            <pc:sldMk cId="0" sldId="256"/>
            <ac:spMk id="10" creationId="{00000000-0000-0000-0000-000000000000}"/>
          </ac:spMkLst>
        </pc:spChg>
        <pc:spChg chg="del">
          <ac:chgData name="harsh abad" userId="3aa972a0c7c4cf1e" providerId="LiveId" clId="{508C3893-B0B4-4B4D-BF3B-FF24F6F57962}" dt="2026-09-11T11:39:54.638" v="0" actId="21"/>
          <ac:spMkLst>
            <pc:docMk/>
            <pc:sldMk cId="0" sldId="256"/>
            <ac:spMk id="11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5:46.678" v="19" actId="255"/>
          <ac:spMkLst>
            <pc:docMk/>
            <pc:sldMk cId="0" sldId="256"/>
            <ac:spMk id="12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5:12.865" v="16" actId="25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6:22.375" v="22" actId="14100"/>
          <ac:spMkLst>
            <pc:docMk/>
            <pc:sldMk cId="0" sldId="256"/>
            <ac:spMk id="14" creationId="{00000000-0000-0000-0000-000000000000}"/>
          </ac:spMkLst>
        </pc:spChg>
        <pc:spChg chg="del">
          <ac:chgData name="harsh abad" userId="3aa972a0c7c4cf1e" providerId="LiveId" clId="{508C3893-B0B4-4B4D-BF3B-FF24F6F57962}" dt="2026-09-11T11:40:08.956" v="2" actId="21"/>
          <ac:spMkLst>
            <pc:docMk/>
            <pc:sldMk cId="0" sldId="256"/>
            <ac:spMk id="15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5:57.454" v="20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5:22.985" v="17" actId="255"/>
          <ac:spMkLst>
            <pc:docMk/>
            <pc:sldMk cId="0" sldId="256"/>
            <ac:spMk id="17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9:27.260" v="36" actId="1076"/>
          <ac:spMkLst>
            <pc:docMk/>
            <pc:sldMk cId="0" sldId="256"/>
            <ac:spMk id="18" creationId="{00000000-0000-0000-0000-000000000000}"/>
          </ac:spMkLst>
        </pc:spChg>
        <pc:spChg chg="del">
          <ac:chgData name="harsh abad" userId="3aa972a0c7c4cf1e" providerId="LiveId" clId="{508C3893-B0B4-4B4D-BF3B-FF24F6F57962}" dt="2026-09-11T11:40:18.344" v="4" actId="21"/>
          <ac:spMkLst>
            <pc:docMk/>
            <pc:sldMk cId="0" sldId="256"/>
            <ac:spMk id="19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9:16.567" v="35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9:08.073" v="34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8:28.220" v="30" actId="1076"/>
          <ac:spMkLst>
            <pc:docMk/>
            <pc:sldMk cId="0" sldId="256"/>
            <ac:spMk id="22" creationId="{00000000-0000-0000-0000-000000000000}"/>
          </ac:spMkLst>
        </pc:spChg>
        <pc:spChg chg="del">
          <ac:chgData name="harsh abad" userId="3aa972a0c7c4cf1e" providerId="LiveId" clId="{508C3893-B0B4-4B4D-BF3B-FF24F6F57962}" dt="2026-09-11T11:40:13.544" v="3" actId="21"/>
          <ac:spMkLst>
            <pc:docMk/>
            <pc:sldMk cId="0" sldId="256"/>
            <ac:spMk id="23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8:47.957" v="32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8:40.917" v="31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harsh abad" userId="3aa972a0c7c4cf1e" providerId="LiveId" clId="{508C3893-B0B4-4B4D-BF3B-FF24F6F57962}" dt="2026-09-11T12:58:59.416" v="33" actId="1076"/>
          <ac:spMkLst>
            <pc:docMk/>
            <pc:sldMk cId="0" sldId="256"/>
            <ac:spMk id="26" creationId="{00000000-0000-0000-0000-000000000000}"/>
          </ac:spMkLst>
        </pc:spChg>
        <pc:spChg chg="del">
          <ac:chgData name="harsh abad" userId="3aa972a0c7c4cf1e" providerId="LiveId" clId="{508C3893-B0B4-4B4D-BF3B-FF24F6F57962}" dt="2026-09-11T11:40:04.545" v="1" actId="21"/>
          <ac:spMkLst>
            <pc:docMk/>
            <pc:sldMk cId="0" sldId="256"/>
            <ac:spMk id="27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1:08.683" v="41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0:53.866" v="40" actId="1076"/>
          <ac:spMkLst>
            <pc:docMk/>
            <pc:sldMk cId="0" sldId="256"/>
            <ac:spMk id="29" creationId="{00000000-0000-0000-0000-000000000000}"/>
          </ac:spMkLst>
        </pc:spChg>
        <pc:spChg chg="del">
          <ac:chgData name="harsh abad" userId="3aa972a0c7c4cf1e" providerId="LiveId" clId="{508C3893-B0B4-4B4D-BF3B-FF24F6F57962}" dt="2026-09-11T13:00:15.057" v="37" actId="21"/>
          <ac:spMkLst>
            <pc:docMk/>
            <pc:sldMk cId="0" sldId="256"/>
            <ac:spMk id="30" creationId="{00000000-0000-0000-0000-000000000000}"/>
          </ac:spMkLst>
        </pc:spChg>
        <pc:picChg chg="add">
          <ac:chgData name="harsh abad" userId="3aa972a0c7c4cf1e" providerId="LiveId" clId="{508C3893-B0B4-4B4D-BF3B-FF24F6F57962}" dt="2026-09-11T14:38:15.874" v="752" actId="22"/>
          <ac:picMkLst>
            <pc:docMk/>
            <pc:sldMk cId="0" sldId="256"/>
            <ac:picMk id="15" creationId="{98B2F4E7-351A-148B-0216-343C92C30F1E}"/>
          </ac:picMkLst>
        </pc:picChg>
      </pc:sldChg>
      <pc:sldChg chg="addSp delSp modSp mod">
        <pc:chgData name="harsh abad" userId="3aa972a0c7c4cf1e" providerId="LiveId" clId="{508C3893-B0B4-4B4D-BF3B-FF24F6F57962}" dt="2026-09-11T14:38:21.687" v="753" actId="22"/>
        <pc:sldMkLst>
          <pc:docMk/>
          <pc:sldMk cId="0" sldId="257"/>
        </pc:sldMkLst>
        <pc:spChg chg="del">
          <ac:chgData name="harsh abad" userId="3aa972a0c7c4cf1e" providerId="LiveId" clId="{508C3893-B0B4-4B4D-BF3B-FF24F6F57962}" dt="2026-09-11T13:39:08.545" v="291" actId="21"/>
          <ac:spMkLst>
            <pc:docMk/>
            <pc:sldMk cId="0" sldId="257"/>
            <ac:spMk id="4" creationId="{00000000-0000-0000-0000-000000000000}"/>
          </ac:spMkLst>
        </pc:spChg>
        <pc:spChg chg="del">
          <ac:chgData name="harsh abad" userId="3aa972a0c7c4cf1e" providerId="LiveId" clId="{508C3893-B0B4-4B4D-BF3B-FF24F6F57962}" dt="2026-09-11T13:02:55.574" v="45" actId="21"/>
          <ac:spMkLst>
            <pc:docMk/>
            <pc:sldMk cId="0" sldId="257"/>
            <ac:spMk id="8" creationId="{00000000-0000-0000-0000-000000000000}"/>
          </ac:spMkLst>
        </pc:spChg>
        <pc:spChg chg="del">
          <ac:chgData name="harsh abad" userId="3aa972a0c7c4cf1e" providerId="LiveId" clId="{508C3893-B0B4-4B4D-BF3B-FF24F6F57962}" dt="2026-09-11T13:09:17.977" v="72" actId="478"/>
          <ac:spMkLst>
            <pc:docMk/>
            <pc:sldMk cId="0" sldId="257"/>
            <ac:spMk id="9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8:28.324" v="67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4:14.845" v="49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8:35.918" v="68" actId="25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4:07.267" v="48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8:48.672" v="69" actId="25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3:49.140" v="47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8:57.784" v="70" actId="255"/>
          <ac:spMkLst>
            <pc:docMk/>
            <pc:sldMk cId="0" sldId="257"/>
            <ac:spMk id="26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4:53.502" v="51" actId="255"/>
          <ac:spMkLst>
            <pc:docMk/>
            <pc:sldMk cId="0" sldId="257"/>
            <ac:spMk id="27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9:10.753" v="71" actId="255"/>
          <ac:spMkLst>
            <pc:docMk/>
            <pc:sldMk cId="0" sldId="257"/>
            <ac:spMk id="31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5:03.322" v="52" actId="255"/>
          <ac:spMkLst>
            <pc:docMk/>
            <pc:sldMk cId="0" sldId="257"/>
            <ac:spMk id="32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8:19.264" v="66" actId="255"/>
          <ac:spMkLst>
            <pc:docMk/>
            <pc:sldMk cId="0" sldId="257"/>
            <ac:spMk id="38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5:58.225" v="53" actId="255"/>
          <ac:spMkLst>
            <pc:docMk/>
            <pc:sldMk cId="0" sldId="257"/>
            <ac:spMk id="39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8:07.578" v="65" actId="255"/>
          <ac:spMkLst>
            <pc:docMk/>
            <pc:sldMk cId="0" sldId="257"/>
            <ac:spMk id="42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6:06.804" v="54" actId="255"/>
          <ac:spMkLst>
            <pc:docMk/>
            <pc:sldMk cId="0" sldId="257"/>
            <ac:spMk id="43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7:54.623" v="64" actId="255"/>
          <ac:spMkLst>
            <pc:docMk/>
            <pc:sldMk cId="0" sldId="257"/>
            <ac:spMk id="46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6:24.649" v="55" actId="2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7:42.352" v="63" actId="255"/>
          <ac:spMkLst>
            <pc:docMk/>
            <pc:sldMk cId="0" sldId="257"/>
            <ac:spMk id="50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6:35.289" v="56" actId="255"/>
          <ac:spMkLst>
            <pc:docMk/>
            <pc:sldMk cId="0" sldId="257"/>
            <ac:spMk id="51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7:23.175" v="62" actId="255"/>
          <ac:spMkLst>
            <pc:docMk/>
            <pc:sldMk cId="0" sldId="257"/>
            <ac:spMk id="54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6:58.701" v="59" actId="255"/>
          <ac:spMkLst>
            <pc:docMk/>
            <pc:sldMk cId="0" sldId="257"/>
            <ac:spMk id="55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9:29.735" v="73" actId="255"/>
          <ac:spMkLst>
            <pc:docMk/>
            <pc:sldMk cId="0" sldId="257"/>
            <ac:spMk id="62" creationId="{00000000-0000-0000-0000-000000000000}"/>
          </ac:spMkLst>
        </pc:spChg>
        <pc:spChg chg="mod">
          <ac:chgData name="harsh abad" userId="3aa972a0c7c4cf1e" providerId="LiveId" clId="{508C3893-B0B4-4B4D-BF3B-FF24F6F57962}" dt="2026-09-11T13:09:45.530" v="74" actId="255"/>
          <ac:spMkLst>
            <pc:docMk/>
            <pc:sldMk cId="0" sldId="257"/>
            <ac:spMk id="63" creationId="{00000000-0000-0000-0000-000000000000}"/>
          </ac:spMkLst>
        </pc:spChg>
        <pc:spChg chg="del mod">
          <ac:chgData name="harsh abad" userId="3aa972a0c7c4cf1e" providerId="LiveId" clId="{508C3893-B0B4-4B4D-BF3B-FF24F6F57962}" dt="2026-09-11T13:10:24.646" v="201"/>
          <ac:spMkLst>
            <pc:docMk/>
            <pc:sldMk cId="0" sldId="257"/>
            <ac:spMk id="65" creationId="{00000000-0000-0000-0000-000000000000}"/>
          </ac:spMkLst>
        </pc:spChg>
        <pc:picChg chg="add">
          <ac:chgData name="harsh abad" userId="3aa972a0c7c4cf1e" providerId="LiveId" clId="{508C3893-B0B4-4B4D-BF3B-FF24F6F57962}" dt="2026-09-11T14:38:21.687" v="753" actId="22"/>
          <ac:picMkLst>
            <pc:docMk/>
            <pc:sldMk cId="0" sldId="257"/>
            <ac:picMk id="9" creationId="{1A01433E-39C5-EEB8-DE01-C5B8529CD9B5}"/>
          </ac:picMkLst>
        </pc:picChg>
      </pc:sldChg>
      <pc:sldChg chg="addSp delSp modSp mod">
        <pc:chgData name="harsh abad" userId="3aa972a0c7c4cf1e" providerId="LiveId" clId="{508C3893-B0B4-4B4D-BF3B-FF24F6F57962}" dt="2026-09-11T14:38:03.061" v="751" actId="22"/>
        <pc:sldMkLst>
          <pc:docMk/>
          <pc:sldMk cId="0" sldId="258"/>
        </pc:sldMkLst>
        <pc:spChg chg="del mod">
          <ac:chgData name="harsh abad" userId="3aa972a0c7c4cf1e" providerId="LiveId" clId="{508C3893-B0B4-4B4D-BF3B-FF24F6F57962}" dt="2026-09-11T13:38:57.133" v="290"/>
          <ac:spMkLst>
            <pc:docMk/>
            <pc:sldMk cId="0" sldId="258"/>
            <ac:spMk id="4" creationId="{00000000-0000-0000-0000-000000000000}"/>
          </ac:spMkLst>
        </pc:spChg>
        <pc:spChg chg="del">
          <ac:chgData name="harsh abad" userId="3aa972a0c7c4cf1e" providerId="LiveId" clId="{508C3893-B0B4-4B4D-BF3B-FF24F6F57962}" dt="2026-09-11T13:13:27.537" v="212" actId="478"/>
          <ac:spMkLst>
            <pc:docMk/>
            <pc:sldMk cId="0" sldId="258"/>
            <ac:spMk id="8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2:50.032" v="209" actId="25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1:38.263" v="203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3:38.654" v="213" actId="1410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1:46.986" v="204" actId="25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3:50.886" v="214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1:55.711" v="205" actId="25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4:22.226" v="218" actId="25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2:27.009" v="208" actId="255"/>
          <ac:spMkLst>
            <pc:docMk/>
            <pc:sldMk cId="0" sldId="258"/>
            <ac:spMk id="28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4:12.454" v="217" actId="14100"/>
          <ac:spMkLst>
            <pc:docMk/>
            <pc:sldMk cId="0" sldId="258"/>
            <ac:spMk id="32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2:15.079" v="207" actId="255"/>
          <ac:spMkLst>
            <pc:docMk/>
            <pc:sldMk cId="0" sldId="258"/>
            <ac:spMk id="33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3:59.687" v="215" actId="255"/>
          <ac:spMkLst>
            <pc:docMk/>
            <pc:sldMk cId="0" sldId="258"/>
            <ac:spMk id="37" creationId="{00000000-0000-0000-0000-000000000000}"/>
          </ac:spMkLst>
        </pc:spChg>
        <pc:spChg chg="mod">
          <ac:chgData name="harsh abad" userId="3aa972a0c7c4cf1e" providerId="LiveId" clId="{508C3893-B0B4-4B4D-BF3B-FF24F6F57962}" dt="2026-09-11T13:12:05.712" v="206" actId="255"/>
          <ac:spMkLst>
            <pc:docMk/>
            <pc:sldMk cId="0" sldId="258"/>
            <ac:spMk id="38" creationId="{00000000-0000-0000-0000-000000000000}"/>
          </ac:spMkLst>
        </pc:spChg>
        <pc:picChg chg="add">
          <ac:chgData name="harsh abad" userId="3aa972a0c7c4cf1e" providerId="LiveId" clId="{508C3893-B0B4-4B4D-BF3B-FF24F6F57962}" dt="2026-09-11T14:38:03.061" v="751" actId="22"/>
          <ac:picMkLst>
            <pc:docMk/>
            <pc:sldMk cId="0" sldId="258"/>
            <ac:picMk id="44" creationId="{4B3F9D04-B2C3-38A0-EE51-1DA95A9A7C70}"/>
          </ac:picMkLst>
        </pc:picChg>
      </pc:sldChg>
      <pc:sldChg chg="addSp delSp modSp mod">
        <pc:chgData name="harsh abad" userId="3aa972a0c7c4cf1e" providerId="LiveId" clId="{508C3893-B0B4-4B4D-BF3B-FF24F6F57962}" dt="2026-09-11T14:37:55.240" v="750" actId="22"/>
        <pc:sldMkLst>
          <pc:docMk/>
          <pc:sldMk cId="0" sldId="259"/>
        </pc:sldMkLst>
        <pc:spChg chg="mod">
          <ac:chgData name="harsh abad" userId="3aa972a0c7c4cf1e" providerId="LiveId" clId="{508C3893-B0B4-4B4D-BF3B-FF24F6F57962}" dt="2026-09-11T13:58:07.072" v="472" actId="107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harsh abad" userId="3aa972a0c7c4cf1e" providerId="LiveId" clId="{508C3893-B0B4-4B4D-BF3B-FF24F6F57962}" dt="2026-09-11T13:38:41.137" v="287"/>
          <ac:spMkLst>
            <pc:docMk/>
            <pc:sldMk cId="0" sldId="259"/>
            <ac:spMk id="4" creationId="{00000000-0000-0000-0000-000000000000}"/>
          </ac:spMkLst>
        </pc:spChg>
        <pc:spChg chg="del mod">
          <ac:chgData name="harsh abad" userId="3aa972a0c7c4cf1e" providerId="LiveId" clId="{508C3893-B0B4-4B4D-BF3B-FF24F6F57962}" dt="2026-09-11T13:56:49.599" v="308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harsh abad" userId="3aa972a0c7c4cf1e" providerId="LiveId" clId="{508C3893-B0B4-4B4D-BF3B-FF24F6F57962}" dt="2026-09-11T11:40:50.803" v="5" actId="21"/>
          <ac:spMkLst>
            <pc:docMk/>
            <pc:sldMk cId="0" sldId="259"/>
            <ac:spMk id="10" creationId="{00000000-0000-0000-0000-000000000000}"/>
          </ac:spMkLst>
        </pc:spChg>
        <pc:spChg chg="add del mod">
          <ac:chgData name="harsh abad" userId="3aa972a0c7c4cf1e" providerId="LiveId" clId="{508C3893-B0B4-4B4D-BF3B-FF24F6F57962}" dt="2026-09-11T13:15:11.629" v="221"/>
          <ac:spMkLst>
            <pc:docMk/>
            <pc:sldMk cId="0" sldId="259"/>
            <ac:spMk id="10" creationId="{61C38627-B299-0172-7A73-B43CA67C71A0}"/>
          </ac:spMkLst>
        </pc:spChg>
        <pc:spChg chg="mod">
          <ac:chgData name="harsh abad" userId="3aa972a0c7c4cf1e" providerId="LiveId" clId="{508C3893-B0B4-4B4D-BF3B-FF24F6F57962}" dt="2026-09-11T14:01:11.217" v="486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harsh abad" userId="3aa972a0c7c4cf1e" providerId="LiveId" clId="{508C3893-B0B4-4B4D-BF3B-FF24F6F57962}" dt="2026-09-11T13:57:23.765" v="469" actId="1038"/>
          <ac:spMkLst>
            <pc:docMk/>
            <pc:sldMk cId="0" sldId="259"/>
            <ac:spMk id="20" creationId="{00000000-0000-0000-0000-000000000000}"/>
          </ac:spMkLst>
        </pc:spChg>
        <pc:spChg chg="mod">
          <ac:chgData name="harsh abad" userId="3aa972a0c7c4cf1e" providerId="LiveId" clId="{508C3893-B0B4-4B4D-BF3B-FF24F6F57962}" dt="2026-09-11T13:57:23.765" v="469" actId="1038"/>
          <ac:spMkLst>
            <pc:docMk/>
            <pc:sldMk cId="0" sldId="259"/>
            <ac:spMk id="25" creationId="{00000000-0000-0000-0000-000000000000}"/>
          </ac:spMkLst>
        </pc:spChg>
        <pc:spChg chg="mod">
          <ac:chgData name="harsh abad" userId="3aa972a0c7c4cf1e" providerId="LiveId" clId="{508C3893-B0B4-4B4D-BF3B-FF24F6F57962}" dt="2026-09-11T13:57:23.765" v="469" actId="103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harsh abad" userId="3aa972a0c7c4cf1e" providerId="LiveId" clId="{508C3893-B0B4-4B4D-BF3B-FF24F6F57962}" dt="2026-09-11T13:57:23.765" v="469" actId="1038"/>
          <ac:spMkLst>
            <pc:docMk/>
            <pc:sldMk cId="0" sldId="259"/>
            <ac:spMk id="39" creationId="{00000000-0000-0000-0000-000000000000}"/>
          </ac:spMkLst>
        </pc:spChg>
        <pc:spChg chg="mod">
          <ac:chgData name="harsh abad" userId="3aa972a0c7c4cf1e" providerId="LiveId" clId="{508C3893-B0B4-4B4D-BF3B-FF24F6F57962}" dt="2026-09-11T13:57:23.765" v="469" actId="1038"/>
          <ac:spMkLst>
            <pc:docMk/>
            <pc:sldMk cId="0" sldId="259"/>
            <ac:spMk id="44" creationId="{00000000-0000-0000-0000-000000000000}"/>
          </ac:spMkLst>
        </pc:spChg>
        <pc:spChg chg="mod">
          <ac:chgData name="harsh abad" userId="3aa972a0c7c4cf1e" providerId="LiveId" clId="{508C3893-B0B4-4B4D-BF3B-FF24F6F57962}" dt="2026-09-11T13:57:23.765" v="469" actId="1038"/>
          <ac:spMkLst>
            <pc:docMk/>
            <pc:sldMk cId="0" sldId="259"/>
            <ac:spMk id="45" creationId="{00000000-0000-0000-0000-000000000000}"/>
          </ac:spMkLst>
        </pc:spChg>
        <pc:spChg chg="mod">
          <ac:chgData name="harsh abad" userId="3aa972a0c7c4cf1e" providerId="LiveId" clId="{508C3893-B0B4-4B4D-BF3B-FF24F6F57962}" dt="2026-09-11T13:57:23.765" v="469" actId="1038"/>
          <ac:spMkLst>
            <pc:docMk/>
            <pc:sldMk cId="0" sldId="259"/>
            <ac:spMk id="46" creationId="{00000000-0000-0000-0000-000000000000}"/>
          </ac:spMkLst>
        </pc:spChg>
        <pc:spChg chg="mod">
          <ac:chgData name="harsh abad" userId="3aa972a0c7c4cf1e" providerId="LiveId" clId="{508C3893-B0B4-4B4D-BF3B-FF24F6F57962}" dt="2026-09-11T13:57:23.765" v="469" actId="1038"/>
          <ac:spMkLst>
            <pc:docMk/>
            <pc:sldMk cId="0" sldId="259"/>
            <ac:spMk id="47" creationId="{00000000-0000-0000-0000-000000000000}"/>
          </ac:spMkLst>
        </pc:spChg>
        <pc:spChg chg="mod">
          <ac:chgData name="harsh abad" userId="3aa972a0c7c4cf1e" providerId="LiveId" clId="{508C3893-B0B4-4B4D-BF3B-FF24F6F57962}" dt="2026-09-11T13:57:23.765" v="469" actId="1038"/>
          <ac:spMkLst>
            <pc:docMk/>
            <pc:sldMk cId="0" sldId="259"/>
            <ac:spMk id="49" creationId="{00000000-0000-0000-0000-000000000000}"/>
          </ac:spMkLst>
        </pc:spChg>
        <pc:spChg chg="mod">
          <ac:chgData name="harsh abad" userId="3aa972a0c7c4cf1e" providerId="LiveId" clId="{508C3893-B0B4-4B4D-BF3B-FF24F6F57962}" dt="2026-09-11T13:57:23.765" v="469" actId="1038"/>
          <ac:spMkLst>
            <pc:docMk/>
            <pc:sldMk cId="0" sldId="259"/>
            <ac:spMk id="51" creationId="{00000000-0000-0000-0000-000000000000}"/>
          </ac:spMkLst>
        </pc:spChg>
        <pc:picChg chg="add">
          <ac:chgData name="harsh abad" userId="3aa972a0c7c4cf1e" providerId="LiveId" clId="{508C3893-B0B4-4B4D-BF3B-FF24F6F57962}" dt="2026-09-11T14:37:55.240" v="750" actId="22"/>
          <ac:picMkLst>
            <pc:docMk/>
            <pc:sldMk cId="0" sldId="259"/>
            <ac:picMk id="54" creationId="{F46D6CC3-51AA-97E1-452C-695004CCB3CA}"/>
          </ac:picMkLst>
        </pc:picChg>
      </pc:sldChg>
      <pc:sldChg chg="addSp delSp modSp mod">
        <pc:chgData name="harsh abad" userId="3aa972a0c7c4cf1e" providerId="LiveId" clId="{508C3893-B0B4-4B4D-BF3B-FF24F6F57962}" dt="2026-09-11T14:37:30.421" v="747" actId="22"/>
        <pc:sldMkLst>
          <pc:docMk/>
          <pc:sldMk cId="0" sldId="260"/>
        </pc:sldMkLst>
        <pc:spChg chg="del mod">
          <ac:chgData name="harsh abad" userId="3aa972a0c7c4cf1e" providerId="LiveId" clId="{508C3893-B0B4-4B4D-BF3B-FF24F6F57962}" dt="2026-09-11T13:38:29.840" v="284"/>
          <ac:spMkLst>
            <pc:docMk/>
            <pc:sldMk cId="0" sldId="260"/>
            <ac:spMk id="4" creationId="{00000000-0000-0000-0000-000000000000}"/>
          </ac:spMkLst>
        </pc:spChg>
        <pc:spChg chg="del">
          <ac:chgData name="harsh abad" userId="3aa972a0c7c4cf1e" providerId="LiveId" clId="{508C3893-B0B4-4B4D-BF3B-FF24F6F57962}" dt="2026-09-11T13:34:59.822" v="252" actId="21"/>
          <ac:spMkLst>
            <pc:docMk/>
            <pc:sldMk cId="0" sldId="260"/>
            <ac:spMk id="8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3:02.964" v="238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2:56.295" v="237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3:44.652" v="242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4:20.730" v="246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4:02.038" v="243" actId="25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4:12.891" v="244" actId="255"/>
          <ac:spMkLst>
            <pc:docMk/>
            <pc:sldMk cId="0" sldId="260"/>
            <ac:spMk id="20" creationId="{00000000-0000-0000-0000-000000000000}"/>
          </ac:spMkLst>
        </pc:spChg>
        <pc:spChg chg="del mod">
          <ac:chgData name="harsh abad" userId="3aa972a0c7c4cf1e" providerId="LiveId" clId="{508C3893-B0B4-4B4D-BF3B-FF24F6F57962}" dt="2026-09-11T13:34:53.672" v="251"/>
          <ac:spMkLst>
            <pc:docMk/>
            <pc:sldMk cId="0" sldId="260"/>
            <ac:spMk id="21" creationId="{00000000-0000-0000-0000-000000000000}"/>
          </ac:spMkLst>
        </pc:spChg>
        <pc:picChg chg="add">
          <ac:chgData name="harsh abad" userId="3aa972a0c7c4cf1e" providerId="LiveId" clId="{508C3893-B0B4-4B4D-BF3B-FF24F6F57962}" dt="2026-09-11T14:37:30.421" v="747" actId="22"/>
          <ac:picMkLst>
            <pc:docMk/>
            <pc:sldMk cId="0" sldId="260"/>
            <ac:picMk id="23" creationId="{753112BF-92FF-6131-1CF9-1098575D1318}"/>
          </ac:picMkLst>
        </pc:picChg>
      </pc:sldChg>
      <pc:sldChg chg="addSp delSp modSp mod">
        <pc:chgData name="harsh abad" userId="3aa972a0c7c4cf1e" providerId="LiveId" clId="{508C3893-B0B4-4B4D-BF3B-FF24F6F57962}" dt="2026-09-11T14:13:39.081" v="613" actId="14100"/>
        <pc:sldMkLst>
          <pc:docMk/>
          <pc:sldMk cId="0" sldId="261"/>
        </pc:sldMkLst>
        <pc:spChg chg="del mod">
          <ac:chgData name="harsh abad" userId="3aa972a0c7c4cf1e" providerId="LiveId" clId="{508C3893-B0B4-4B4D-BF3B-FF24F6F57962}" dt="2026-09-11T13:38:21.136" v="281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harsh abad" userId="3aa972a0c7c4cf1e" providerId="LiveId" clId="{508C3893-B0B4-4B4D-BF3B-FF24F6F57962}" dt="2026-09-11T13:54:17.927" v="297" actId="21"/>
          <ac:spMkLst>
            <pc:docMk/>
            <pc:sldMk cId="0" sldId="261"/>
            <ac:spMk id="8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4:03.639" v="295" actId="21"/>
          <ac:spMkLst>
            <pc:docMk/>
            <pc:sldMk cId="0" sldId="261"/>
            <ac:spMk id="9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4:10.947" v="296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4:10.947" v="296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3:58.629" v="294" actId="21"/>
          <ac:spMkLst>
            <pc:docMk/>
            <pc:sldMk cId="0" sldId="261"/>
            <ac:spMk id="12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4:10.947" v="296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4:10.947" v="296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4:10.947" v="296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4:10.947" v="296" actId="478"/>
          <ac:spMkLst>
            <pc:docMk/>
            <pc:sldMk cId="0" sldId="261"/>
            <ac:spMk id="16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4:10.947" v="296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4:10.947" v="296" actId="478"/>
          <ac:spMkLst>
            <pc:docMk/>
            <pc:sldMk cId="0" sldId="261"/>
            <ac:spMk id="18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4:10.947" v="296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harsh abad" userId="3aa972a0c7c4cf1e" providerId="LiveId" clId="{508C3893-B0B4-4B4D-BF3B-FF24F6F57962}" dt="2026-09-11T13:54:10.947" v="296" actId="478"/>
          <ac:spMkLst>
            <pc:docMk/>
            <pc:sldMk cId="0" sldId="261"/>
            <ac:spMk id="23" creationId="{00000000-0000-0000-0000-000000000000}"/>
          </ac:spMkLst>
        </pc:spChg>
        <pc:picChg chg="add del mod">
          <ac:chgData name="harsh abad" userId="3aa972a0c7c4cf1e" providerId="LiveId" clId="{508C3893-B0B4-4B4D-BF3B-FF24F6F57962}" dt="2026-09-11T13:55:19.099" v="302" actId="478"/>
          <ac:picMkLst>
            <pc:docMk/>
            <pc:sldMk cId="0" sldId="261"/>
            <ac:picMk id="25" creationId="{9F84B2E0-178A-216D-94D5-BC6F2A54531D}"/>
          </ac:picMkLst>
        </pc:picChg>
        <pc:picChg chg="add del mod">
          <ac:chgData name="harsh abad" userId="3aa972a0c7c4cf1e" providerId="LiveId" clId="{508C3893-B0B4-4B4D-BF3B-FF24F6F57962}" dt="2026-09-11T13:56:20.317" v="306" actId="478"/>
          <ac:picMkLst>
            <pc:docMk/>
            <pc:sldMk cId="0" sldId="261"/>
            <ac:picMk id="27" creationId="{CB9244DA-243B-0048-BC66-A40F6629E54F}"/>
          </ac:picMkLst>
        </pc:picChg>
        <pc:picChg chg="add del mod">
          <ac:chgData name="harsh abad" userId="3aa972a0c7c4cf1e" providerId="LiveId" clId="{508C3893-B0B4-4B4D-BF3B-FF24F6F57962}" dt="2026-09-11T14:08:42.879" v="602" actId="478"/>
          <ac:picMkLst>
            <pc:docMk/>
            <pc:sldMk cId="0" sldId="261"/>
            <ac:picMk id="29" creationId="{99D64654-A0F7-3B76-5A1C-FF07BCBCFF2A}"/>
          </ac:picMkLst>
        </pc:picChg>
        <pc:picChg chg="add mod">
          <ac:chgData name="harsh abad" userId="3aa972a0c7c4cf1e" providerId="LiveId" clId="{508C3893-B0B4-4B4D-BF3B-FF24F6F57962}" dt="2026-09-11T14:13:39.081" v="613" actId="14100"/>
          <ac:picMkLst>
            <pc:docMk/>
            <pc:sldMk cId="0" sldId="261"/>
            <ac:picMk id="31" creationId="{B5536E17-74D5-13F2-E5E5-BF84F1BC0214}"/>
          </ac:picMkLst>
        </pc:picChg>
      </pc:sldChg>
      <pc:sldChg chg="addSp delSp modSp mod">
        <pc:chgData name="harsh abad" userId="3aa972a0c7c4cf1e" providerId="LiveId" clId="{508C3893-B0B4-4B4D-BF3B-FF24F6F57962}" dt="2026-09-11T14:37:02.276" v="746" actId="14100"/>
        <pc:sldMkLst>
          <pc:docMk/>
          <pc:sldMk cId="0" sldId="262"/>
        </pc:sldMkLst>
        <pc:spChg chg="del mod">
          <ac:chgData name="harsh abad" userId="3aa972a0c7c4cf1e" providerId="LiveId" clId="{508C3893-B0B4-4B4D-BF3B-FF24F6F57962}" dt="2026-09-11T13:38:07.931" v="2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harsh abad" userId="3aa972a0c7c4cf1e" providerId="LiveId" clId="{508C3893-B0B4-4B4D-BF3B-FF24F6F57962}" dt="2026-09-11T13:37:53.165" v="265" actId="21"/>
          <ac:spMkLst>
            <pc:docMk/>
            <pc:sldMk cId="0" sldId="262"/>
            <ac:spMk id="8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6:21.221" v="254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6:01.515" v="253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7:01.195" v="258" actId="25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6:43.044" v="255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7:24.879" v="260" actId="25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harsh abad" userId="3aa972a0c7c4cf1e" providerId="LiveId" clId="{508C3893-B0B4-4B4D-BF3B-FF24F6F57962}" dt="2026-09-11T13:37:11.173" v="259" actId="255"/>
          <ac:spMkLst>
            <pc:docMk/>
            <pc:sldMk cId="0" sldId="262"/>
            <ac:spMk id="20" creationId="{00000000-0000-0000-0000-000000000000}"/>
          </ac:spMkLst>
        </pc:spChg>
        <pc:spChg chg="del">
          <ac:chgData name="harsh abad" userId="3aa972a0c7c4cf1e" providerId="LiveId" clId="{508C3893-B0B4-4B4D-BF3B-FF24F6F57962}" dt="2026-09-11T13:37:33.616" v="261" actId="21"/>
          <ac:spMkLst>
            <pc:docMk/>
            <pc:sldMk cId="0" sldId="262"/>
            <ac:spMk id="21" creationId="{00000000-0000-0000-0000-000000000000}"/>
          </ac:spMkLst>
        </pc:spChg>
        <pc:spChg chg="del">
          <ac:chgData name="harsh abad" userId="3aa972a0c7c4cf1e" providerId="LiveId" clId="{508C3893-B0B4-4B4D-BF3B-FF24F6F57962}" dt="2026-09-11T13:37:49.639" v="264" actId="21"/>
          <ac:spMkLst>
            <pc:docMk/>
            <pc:sldMk cId="0" sldId="262"/>
            <ac:spMk id="22" creationId="{00000000-0000-0000-0000-000000000000}"/>
          </ac:spMkLst>
        </pc:spChg>
        <pc:spChg chg="del">
          <ac:chgData name="harsh abad" userId="3aa972a0c7c4cf1e" providerId="LiveId" clId="{508C3893-B0B4-4B4D-BF3B-FF24F6F57962}" dt="2026-09-11T13:37:38.162" v="262" actId="21"/>
          <ac:spMkLst>
            <pc:docMk/>
            <pc:sldMk cId="0" sldId="262"/>
            <ac:spMk id="23" creationId="{00000000-0000-0000-0000-000000000000}"/>
          </ac:spMkLst>
        </pc:spChg>
        <pc:spChg chg="del">
          <ac:chgData name="harsh abad" userId="3aa972a0c7c4cf1e" providerId="LiveId" clId="{508C3893-B0B4-4B4D-BF3B-FF24F6F57962}" dt="2026-09-11T13:37:44.861" v="263" actId="21"/>
          <ac:spMkLst>
            <pc:docMk/>
            <pc:sldMk cId="0" sldId="262"/>
            <ac:spMk id="24" creationId="{00000000-0000-0000-0000-000000000000}"/>
          </ac:spMkLst>
        </pc:spChg>
        <pc:picChg chg="add mod">
          <ac:chgData name="harsh abad" userId="3aa972a0c7c4cf1e" providerId="LiveId" clId="{508C3893-B0B4-4B4D-BF3B-FF24F6F57962}" dt="2026-09-11T14:37:02.276" v="746" actId="14100"/>
          <ac:picMkLst>
            <pc:docMk/>
            <pc:sldMk cId="0" sldId="262"/>
            <ac:picMk id="26" creationId="{FA85F135-7312-77DE-880B-F4DBD4175FCE}"/>
          </ac:picMkLst>
        </pc:picChg>
      </pc:sldChg>
      <pc:sldChg chg="addSp delSp modSp new add del mod">
        <pc:chgData name="harsh abad" userId="3aa972a0c7c4cf1e" providerId="LiveId" clId="{508C3893-B0B4-4B4D-BF3B-FF24F6F57962}" dt="2026-09-11T14:37:44.948" v="749" actId="1076"/>
        <pc:sldMkLst>
          <pc:docMk/>
          <pc:sldMk cId="8405117" sldId="263"/>
        </pc:sldMkLst>
        <pc:spChg chg="add mod">
          <ac:chgData name="harsh abad" userId="3aa972a0c7c4cf1e" providerId="LiveId" clId="{508C3893-B0B4-4B4D-BF3B-FF24F6F57962}" dt="2026-09-11T13:59:07.704" v="475" actId="20577"/>
          <ac:spMkLst>
            <pc:docMk/>
            <pc:sldMk cId="8405117" sldId="263"/>
            <ac:spMk id="3" creationId="{D60924E8-C69D-D889-88F0-2DFAAF733B77}"/>
          </ac:spMkLst>
        </pc:spChg>
        <pc:spChg chg="add del mod">
          <ac:chgData name="harsh abad" userId="3aa972a0c7c4cf1e" providerId="LiveId" clId="{508C3893-B0B4-4B4D-BF3B-FF24F6F57962}" dt="2026-09-11T14:01:00.881" v="485" actId="478"/>
          <ac:spMkLst>
            <pc:docMk/>
            <pc:sldMk cId="8405117" sldId="263"/>
            <ac:spMk id="4" creationId="{CCF7B035-F988-3C89-07D4-8159F35D3D9D}"/>
          </ac:spMkLst>
        </pc:spChg>
        <pc:spChg chg="add del mod">
          <ac:chgData name="harsh abad" userId="3aa972a0c7c4cf1e" providerId="LiveId" clId="{508C3893-B0B4-4B4D-BF3B-FF24F6F57962}" dt="2026-09-11T14:00:47.122" v="482" actId="478"/>
          <ac:spMkLst>
            <pc:docMk/>
            <pc:sldMk cId="8405117" sldId="263"/>
            <ac:spMk id="5" creationId="{70C848FD-9E0C-893C-B171-B1197B1FD06A}"/>
          </ac:spMkLst>
        </pc:spChg>
        <pc:spChg chg="del mod">
          <ac:chgData name="harsh abad" userId="3aa972a0c7c4cf1e" providerId="LiveId" clId="{508C3893-B0B4-4B4D-BF3B-FF24F6F57962}" dt="2026-09-11T14:00:58.594" v="484" actId="478"/>
          <ac:spMkLst>
            <pc:docMk/>
            <pc:sldMk cId="8405117" sldId="263"/>
            <ac:spMk id="7" creationId="{2AEB5100-7C6B-9405-FB9A-6A322BEEDCA8}"/>
          </ac:spMkLst>
        </pc:spChg>
        <pc:spChg chg="add del mod">
          <ac:chgData name="harsh abad" userId="3aa972a0c7c4cf1e" providerId="LiveId" clId="{508C3893-B0B4-4B4D-BF3B-FF24F6F57962}" dt="2026-09-11T14:00:47.122" v="482" actId="478"/>
          <ac:spMkLst>
            <pc:docMk/>
            <pc:sldMk cId="8405117" sldId="263"/>
            <ac:spMk id="14" creationId="{0459C6CB-CBFD-29E4-98DC-EEF04F52DE5A}"/>
          </ac:spMkLst>
        </pc:spChg>
        <pc:spChg chg="add del mod">
          <ac:chgData name="harsh abad" userId="3aa972a0c7c4cf1e" providerId="LiveId" clId="{508C3893-B0B4-4B4D-BF3B-FF24F6F57962}" dt="2026-09-11T14:00:47.122" v="482" actId="478"/>
          <ac:spMkLst>
            <pc:docMk/>
            <pc:sldMk cId="8405117" sldId="263"/>
            <ac:spMk id="20" creationId="{EB63FDB4-2A40-7A50-7F39-30BF001EDE68}"/>
          </ac:spMkLst>
        </pc:spChg>
        <pc:spChg chg="add del mod">
          <ac:chgData name="harsh abad" userId="3aa972a0c7c4cf1e" providerId="LiveId" clId="{508C3893-B0B4-4B4D-BF3B-FF24F6F57962}" dt="2026-09-11T14:00:47.122" v="482" actId="478"/>
          <ac:spMkLst>
            <pc:docMk/>
            <pc:sldMk cId="8405117" sldId="263"/>
            <ac:spMk id="24" creationId="{38741937-647B-5E23-D6D3-B001F5325055}"/>
          </ac:spMkLst>
        </pc:spChg>
        <pc:spChg chg="add del mod">
          <ac:chgData name="harsh abad" userId="3aa972a0c7c4cf1e" providerId="LiveId" clId="{508C3893-B0B4-4B4D-BF3B-FF24F6F57962}" dt="2026-09-11T14:00:47.122" v="482" actId="478"/>
          <ac:spMkLst>
            <pc:docMk/>
            <pc:sldMk cId="8405117" sldId="263"/>
            <ac:spMk id="25" creationId="{C424EBA8-DF66-B9F8-6C37-C7364C2B10D4}"/>
          </ac:spMkLst>
        </pc:spChg>
        <pc:spChg chg="add del mod">
          <ac:chgData name="harsh abad" userId="3aa972a0c7c4cf1e" providerId="LiveId" clId="{508C3893-B0B4-4B4D-BF3B-FF24F6F57962}" dt="2026-09-11T14:00:47.122" v="482" actId="478"/>
          <ac:spMkLst>
            <pc:docMk/>
            <pc:sldMk cId="8405117" sldId="263"/>
            <ac:spMk id="28" creationId="{FEAB594A-11EA-A410-D7D8-F7776DCFE9A2}"/>
          </ac:spMkLst>
        </pc:spChg>
        <pc:spChg chg="add del mod">
          <ac:chgData name="harsh abad" userId="3aa972a0c7c4cf1e" providerId="LiveId" clId="{508C3893-B0B4-4B4D-BF3B-FF24F6F57962}" dt="2026-09-11T14:00:47.122" v="482" actId="478"/>
          <ac:spMkLst>
            <pc:docMk/>
            <pc:sldMk cId="8405117" sldId="263"/>
            <ac:spMk id="30" creationId="{81264AAC-CAC3-8EE7-F8F6-EFE483549E32}"/>
          </ac:spMkLst>
        </pc:spChg>
        <pc:spChg chg="del">
          <ac:chgData name="harsh abad" userId="3aa972a0c7c4cf1e" providerId="LiveId" clId="{508C3893-B0B4-4B4D-BF3B-FF24F6F57962}" dt="2026-09-11T14:00:47.122" v="482" actId="478"/>
          <ac:spMkLst>
            <pc:docMk/>
            <pc:sldMk cId="8405117" sldId="263"/>
            <ac:spMk id="40" creationId="{17EF1302-501A-FB4C-8E87-2D0C7007FF97}"/>
          </ac:spMkLst>
        </pc:spChg>
        <pc:spChg chg="add del mod">
          <ac:chgData name="harsh abad" userId="3aa972a0c7c4cf1e" providerId="LiveId" clId="{508C3893-B0B4-4B4D-BF3B-FF24F6F57962}" dt="2026-09-11T14:00:47.122" v="482" actId="478"/>
          <ac:spMkLst>
            <pc:docMk/>
            <pc:sldMk cId="8405117" sldId="263"/>
            <ac:spMk id="41" creationId="{AA831437-288D-AA5E-5312-643F95F4F631}"/>
          </ac:spMkLst>
        </pc:spChg>
        <pc:spChg chg="add del mod">
          <ac:chgData name="harsh abad" userId="3aa972a0c7c4cf1e" providerId="LiveId" clId="{508C3893-B0B4-4B4D-BF3B-FF24F6F57962}" dt="2026-09-11T14:00:47.122" v="482" actId="478"/>
          <ac:spMkLst>
            <pc:docMk/>
            <pc:sldMk cId="8405117" sldId="263"/>
            <ac:spMk id="45" creationId="{274E99E6-E8ED-12F9-6C7D-05AD9656C4C6}"/>
          </ac:spMkLst>
        </pc:spChg>
        <pc:spChg chg="add mod">
          <ac:chgData name="harsh abad" userId="3aa972a0c7c4cf1e" providerId="LiveId" clId="{508C3893-B0B4-4B4D-BF3B-FF24F6F57962}" dt="2026-09-11T14:00:13.313" v="479"/>
          <ac:spMkLst>
            <pc:docMk/>
            <pc:sldMk cId="8405117" sldId="263"/>
            <ac:spMk id="47" creationId="{ED7561A2-F3D9-F49B-D8B1-3A82EB30CA76}"/>
          </ac:spMkLst>
        </pc:spChg>
        <pc:spChg chg="add mod">
          <ac:chgData name="harsh abad" userId="3aa972a0c7c4cf1e" providerId="LiveId" clId="{508C3893-B0B4-4B4D-BF3B-FF24F6F57962}" dt="2026-09-11T14:00:13.313" v="479"/>
          <ac:spMkLst>
            <pc:docMk/>
            <pc:sldMk cId="8405117" sldId="263"/>
            <ac:spMk id="52" creationId="{C69A19C8-7146-DEB2-74D8-8E596D0C8F7C}"/>
          </ac:spMkLst>
        </pc:spChg>
        <pc:spChg chg="add mod">
          <ac:chgData name="harsh abad" userId="3aa972a0c7c4cf1e" providerId="LiveId" clId="{508C3893-B0B4-4B4D-BF3B-FF24F6F57962}" dt="2026-09-11T14:00:13.313" v="479"/>
          <ac:spMkLst>
            <pc:docMk/>
            <pc:sldMk cId="8405117" sldId="263"/>
            <ac:spMk id="58" creationId="{618E4BA3-48D0-8556-078F-5F98DCCF8658}"/>
          </ac:spMkLst>
        </pc:spChg>
        <pc:spChg chg="add mod">
          <ac:chgData name="harsh abad" userId="3aa972a0c7c4cf1e" providerId="LiveId" clId="{508C3893-B0B4-4B4D-BF3B-FF24F6F57962}" dt="2026-09-11T14:00:13.313" v="479"/>
          <ac:spMkLst>
            <pc:docMk/>
            <pc:sldMk cId="8405117" sldId="263"/>
            <ac:spMk id="59" creationId="{35BBF46C-8CEE-1239-BDA0-0661F61CA686}"/>
          </ac:spMkLst>
        </pc:spChg>
        <pc:spChg chg="add mod">
          <ac:chgData name="harsh abad" userId="3aa972a0c7c4cf1e" providerId="LiveId" clId="{508C3893-B0B4-4B4D-BF3B-FF24F6F57962}" dt="2026-09-11T14:00:13.313" v="479"/>
          <ac:spMkLst>
            <pc:docMk/>
            <pc:sldMk cId="8405117" sldId="263"/>
            <ac:spMk id="64" creationId="{91575416-D5A8-2054-B17A-DA45321E6662}"/>
          </ac:spMkLst>
        </pc:spChg>
        <pc:spChg chg="add mod">
          <ac:chgData name="harsh abad" userId="3aa972a0c7c4cf1e" providerId="LiveId" clId="{508C3893-B0B4-4B4D-BF3B-FF24F6F57962}" dt="2026-09-11T14:00:13.313" v="479"/>
          <ac:spMkLst>
            <pc:docMk/>
            <pc:sldMk cId="8405117" sldId="263"/>
            <ac:spMk id="67" creationId="{09125F61-F434-72B2-BA77-830737A71802}"/>
          </ac:spMkLst>
        </pc:spChg>
        <pc:spChg chg="add mod">
          <ac:chgData name="harsh abad" userId="3aa972a0c7c4cf1e" providerId="LiveId" clId="{508C3893-B0B4-4B4D-BF3B-FF24F6F57962}" dt="2026-09-11T14:00:13.313" v="479"/>
          <ac:spMkLst>
            <pc:docMk/>
            <pc:sldMk cId="8405117" sldId="263"/>
            <ac:spMk id="71" creationId="{9CB8D000-8D40-5A8D-6925-9E2A78DCA9A4}"/>
          </ac:spMkLst>
        </pc:spChg>
        <pc:spChg chg="add mod">
          <ac:chgData name="harsh abad" userId="3aa972a0c7c4cf1e" providerId="LiveId" clId="{508C3893-B0B4-4B4D-BF3B-FF24F6F57962}" dt="2026-09-11T14:00:13.313" v="479"/>
          <ac:spMkLst>
            <pc:docMk/>
            <pc:sldMk cId="8405117" sldId="263"/>
            <ac:spMk id="76" creationId="{168D3259-BBDC-17A2-A7D8-D8A3380F0AA1}"/>
          </ac:spMkLst>
        </pc:spChg>
        <pc:spChg chg="add mod">
          <ac:chgData name="harsh abad" userId="3aa972a0c7c4cf1e" providerId="LiveId" clId="{508C3893-B0B4-4B4D-BF3B-FF24F6F57962}" dt="2026-09-11T14:00:13.313" v="479"/>
          <ac:spMkLst>
            <pc:docMk/>
            <pc:sldMk cId="8405117" sldId="263"/>
            <ac:spMk id="81" creationId="{D90576BE-7F86-E8B6-8E07-C89BEB50F616}"/>
          </ac:spMkLst>
        </pc:spChg>
        <pc:spChg chg="add mod">
          <ac:chgData name="harsh abad" userId="3aa972a0c7c4cf1e" providerId="LiveId" clId="{508C3893-B0B4-4B4D-BF3B-FF24F6F57962}" dt="2026-09-11T14:00:13.313" v="479"/>
          <ac:spMkLst>
            <pc:docMk/>
            <pc:sldMk cId="8405117" sldId="263"/>
            <ac:spMk id="89" creationId="{EFB950F1-284E-D005-4499-35524116C9AF}"/>
          </ac:spMkLst>
        </pc:spChg>
        <pc:spChg chg="add mod">
          <ac:chgData name="harsh abad" userId="3aa972a0c7c4cf1e" providerId="LiveId" clId="{508C3893-B0B4-4B4D-BF3B-FF24F6F57962}" dt="2026-09-11T14:00:36.475" v="481" actId="1076"/>
          <ac:spMkLst>
            <pc:docMk/>
            <pc:sldMk cId="8405117" sldId="263"/>
            <ac:spMk id="91" creationId="{64DAB22A-7703-0461-217C-F60A6C35127F}"/>
          </ac:spMkLst>
        </pc:spChg>
        <pc:spChg chg="mod">
          <ac:chgData name="harsh abad" userId="3aa972a0c7c4cf1e" providerId="LiveId" clId="{508C3893-B0B4-4B4D-BF3B-FF24F6F57962}" dt="2026-09-11T14:29:30.311" v="638" actId="1076"/>
          <ac:spMkLst>
            <pc:docMk/>
            <pc:sldMk cId="8405117" sldId="263"/>
            <ac:spMk id="92" creationId="{B97115BC-C953-ABAB-454D-F494C686877D}"/>
          </ac:spMkLst>
        </pc:spChg>
        <pc:spChg chg="add mod">
          <ac:chgData name="harsh abad" userId="3aa972a0c7c4cf1e" providerId="LiveId" clId="{508C3893-B0B4-4B4D-BF3B-FF24F6F57962}" dt="2026-09-11T14:29:46.207" v="639" actId="14100"/>
          <ac:spMkLst>
            <pc:docMk/>
            <pc:sldMk cId="8405117" sldId="263"/>
            <ac:spMk id="93" creationId="{30CF0F7C-D0D8-60A4-C7AD-4DD21E43C8B1}"/>
          </ac:spMkLst>
        </pc:spChg>
        <pc:spChg chg="add mod">
          <ac:chgData name="harsh abad" userId="3aa972a0c7c4cf1e" providerId="LiveId" clId="{508C3893-B0B4-4B4D-BF3B-FF24F6F57962}" dt="2026-09-11T14:28:31.644" v="632" actId="255"/>
          <ac:spMkLst>
            <pc:docMk/>
            <pc:sldMk cId="8405117" sldId="263"/>
            <ac:spMk id="95" creationId="{77EA7320-6ACC-2BB7-52FF-FF877D8439DA}"/>
          </ac:spMkLst>
        </pc:spChg>
        <pc:spChg chg="mod">
          <ac:chgData name="harsh abad" userId="3aa972a0c7c4cf1e" providerId="LiveId" clId="{508C3893-B0B4-4B4D-BF3B-FF24F6F57962}" dt="2026-09-11T14:30:18.889" v="640" actId="255"/>
          <ac:spMkLst>
            <pc:docMk/>
            <pc:sldMk cId="8405117" sldId="263"/>
            <ac:spMk id="96" creationId="{F3F4FC01-9B47-BB7E-7C8F-4C6E96EF5C88}"/>
          </ac:spMkLst>
        </pc:spChg>
        <pc:spChg chg="add mod">
          <ac:chgData name="harsh abad" userId="3aa972a0c7c4cf1e" providerId="LiveId" clId="{508C3893-B0B4-4B4D-BF3B-FF24F6F57962}" dt="2026-09-11T14:29:46.207" v="639" actId="14100"/>
          <ac:spMkLst>
            <pc:docMk/>
            <pc:sldMk cId="8405117" sldId="263"/>
            <ac:spMk id="98" creationId="{84546A11-6B54-95E7-A9F1-FA9CBDF27E6C}"/>
          </ac:spMkLst>
        </pc:spChg>
        <pc:spChg chg="add mod">
          <ac:chgData name="harsh abad" userId="3aa972a0c7c4cf1e" providerId="LiveId" clId="{508C3893-B0B4-4B4D-BF3B-FF24F6F57962}" dt="2026-09-11T14:02:05.821" v="589" actId="14100"/>
          <ac:spMkLst>
            <pc:docMk/>
            <pc:sldMk cId="8405117" sldId="263"/>
            <ac:spMk id="99" creationId="{7EC94BC9-F1F0-2CBC-C345-D2803D0FF167}"/>
          </ac:spMkLst>
        </pc:spChg>
        <pc:spChg chg="mod">
          <ac:chgData name="harsh abad" userId="3aa972a0c7c4cf1e" providerId="LiveId" clId="{508C3893-B0B4-4B4D-BF3B-FF24F6F57962}" dt="2026-09-11T14:28:55.985" v="634" actId="14100"/>
          <ac:spMkLst>
            <pc:docMk/>
            <pc:sldMk cId="8405117" sldId="263"/>
            <ac:spMk id="100" creationId="{6304AA18-254C-3510-7752-9B559F517E2C}"/>
          </ac:spMkLst>
        </pc:spChg>
        <pc:spChg chg="mod">
          <ac:chgData name="harsh abad" userId="3aa972a0c7c4cf1e" providerId="LiveId" clId="{508C3893-B0B4-4B4D-BF3B-FF24F6F57962}" dt="2026-09-11T14:29:46.207" v="639" actId="14100"/>
          <ac:spMkLst>
            <pc:docMk/>
            <pc:sldMk cId="8405117" sldId="263"/>
            <ac:spMk id="103" creationId="{A5575FB8-BE89-B97F-38E8-0732D2754340}"/>
          </ac:spMkLst>
        </pc:spChg>
        <pc:spChg chg="add mod">
          <ac:chgData name="harsh abad" userId="3aa972a0c7c4cf1e" providerId="LiveId" clId="{508C3893-B0B4-4B4D-BF3B-FF24F6F57962}" dt="2026-09-11T14:02:05.821" v="589" actId="14100"/>
          <ac:spMkLst>
            <pc:docMk/>
            <pc:sldMk cId="8405117" sldId="263"/>
            <ac:spMk id="104" creationId="{16711E78-DE42-A4E6-0EA8-E5ECC2C2A74A}"/>
          </ac:spMkLst>
        </pc:spChg>
        <pc:spChg chg="mod">
          <ac:chgData name="harsh abad" userId="3aa972a0c7c4cf1e" providerId="LiveId" clId="{508C3893-B0B4-4B4D-BF3B-FF24F6F57962}" dt="2026-09-11T14:29:19.236" v="637" actId="14100"/>
          <ac:spMkLst>
            <pc:docMk/>
            <pc:sldMk cId="8405117" sldId="263"/>
            <ac:spMk id="105" creationId="{C8334179-B1BE-099D-AE41-830DAA94A570}"/>
          </ac:spMkLst>
        </pc:spChg>
        <pc:spChg chg="add mod">
          <ac:chgData name="harsh abad" userId="3aa972a0c7c4cf1e" providerId="LiveId" clId="{508C3893-B0B4-4B4D-BF3B-FF24F6F57962}" dt="2026-09-11T14:02:05.821" v="589" actId="14100"/>
          <ac:spMkLst>
            <pc:docMk/>
            <pc:sldMk cId="8405117" sldId="263"/>
            <ac:spMk id="106" creationId="{BA40F092-240A-ABEA-BD00-B9ACAB349BFC}"/>
          </ac:spMkLst>
        </pc:spChg>
        <pc:spChg chg="add mod">
          <ac:chgData name="harsh abad" userId="3aa972a0c7c4cf1e" providerId="LiveId" clId="{508C3893-B0B4-4B4D-BF3B-FF24F6F57962}" dt="2026-09-11T14:29:46.207" v="639" actId="14100"/>
          <ac:spMkLst>
            <pc:docMk/>
            <pc:sldMk cId="8405117" sldId="263"/>
            <ac:spMk id="108" creationId="{20B4A410-E694-06B4-B02B-516B449553E1}"/>
          </ac:spMkLst>
        </pc:spChg>
        <pc:spChg chg="add mod">
          <ac:chgData name="harsh abad" userId="3aa972a0c7c4cf1e" providerId="LiveId" clId="{508C3893-B0B4-4B4D-BF3B-FF24F6F57962}" dt="2026-09-11T14:02:05.821" v="589" actId="14100"/>
          <ac:spMkLst>
            <pc:docMk/>
            <pc:sldMk cId="8405117" sldId="263"/>
            <ac:spMk id="109" creationId="{0AC9C2E8-B15A-8150-01F5-AAA5612E1688}"/>
          </ac:spMkLst>
        </pc:spChg>
        <pc:spChg chg="mod">
          <ac:chgData name="harsh abad" userId="3aa972a0c7c4cf1e" providerId="LiveId" clId="{508C3893-B0B4-4B4D-BF3B-FF24F6F57962}" dt="2026-09-11T14:30:32.415" v="641" actId="255"/>
          <ac:spMkLst>
            <pc:docMk/>
            <pc:sldMk cId="8405117" sldId="263"/>
            <ac:spMk id="110" creationId="{340E66F9-DDF6-C144-369D-1751C227B3AD}"/>
          </ac:spMkLst>
        </pc:spChg>
        <pc:spChg chg="add mod">
          <ac:chgData name="harsh abad" userId="3aa972a0c7c4cf1e" providerId="LiveId" clId="{508C3893-B0B4-4B4D-BF3B-FF24F6F57962}" dt="2026-09-11T14:29:46.207" v="639" actId="14100"/>
          <ac:spMkLst>
            <pc:docMk/>
            <pc:sldMk cId="8405117" sldId="263"/>
            <ac:spMk id="113" creationId="{C200D91D-D779-CD33-F43B-FC0CBEC2BA34}"/>
          </ac:spMkLst>
        </pc:spChg>
        <pc:spChg chg="mod">
          <ac:chgData name="harsh abad" userId="3aa972a0c7c4cf1e" providerId="LiveId" clId="{508C3893-B0B4-4B4D-BF3B-FF24F6F57962}" dt="2026-09-11T14:30:43.139" v="642" actId="255"/>
          <ac:spMkLst>
            <pc:docMk/>
            <pc:sldMk cId="8405117" sldId="263"/>
            <ac:spMk id="115" creationId="{F013ACC4-443F-C148-B7DA-06F50D33C58E}"/>
          </ac:spMkLst>
        </pc:spChg>
        <pc:spChg chg="mod">
          <ac:chgData name="harsh abad" userId="3aa972a0c7c4cf1e" providerId="LiveId" clId="{508C3893-B0B4-4B4D-BF3B-FF24F6F57962}" dt="2026-09-11T14:29:46.207" v="639" actId="14100"/>
          <ac:spMkLst>
            <pc:docMk/>
            <pc:sldMk cId="8405117" sldId="263"/>
            <ac:spMk id="118" creationId="{5B37D45F-EF35-1229-059E-CE6703130938}"/>
          </ac:spMkLst>
        </pc:spChg>
        <pc:spChg chg="mod">
          <ac:chgData name="harsh abad" userId="3aa972a0c7c4cf1e" providerId="LiveId" clId="{508C3893-B0B4-4B4D-BF3B-FF24F6F57962}" dt="2026-09-11T14:31:02.616" v="644" actId="14100"/>
          <ac:spMkLst>
            <pc:docMk/>
            <pc:sldMk cId="8405117" sldId="263"/>
            <ac:spMk id="120" creationId="{F4E8E04D-FB26-4418-F702-D158944FC728}"/>
          </ac:spMkLst>
        </pc:spChg>
        <pc:spChg chg="mod">
          <ac:chgData name="harsh abad" userId="3aa972a0c7c4cf1e" providerId="LiveId" clId="{508C3893-B0B4-4B4D-BF3B-FF24F6F57962}" dt="2026-09-11T14:29:46.207" v="639" actId="14100"/>
          <ac:spMkLst>
            <pc:docMk/>
            <pc:sldMk cId="8405117" sldId="263"/>
            <ac:spMk id="123" creationId="{576429FC-203D-E22B-9BBE-E82F5DF0488A}"/>
          </ac:spMkLst>
        </pc:spChg>
        <pc:spChg chg="mod">
          <ac:chgData name="harsh abad" userId="3aa972a0c7c4cf1e" providerId="LiveId" clId="{508C3893-B0B4-4B4D-BF3B-FF24F6F57962}" dt="2026-09-11T14:31:27.650" v="646" actId="255"/>
          <ac:spMkLst>
            <pc:docMk/>
            <pc:sldMk cId="8405117" sldId="263"/>
            <ac:spMk id="125" creationId="{73BF99A3-82C1-721D-77E3-0100B9071805}"/>
          </ac:spMkLst>
        </pc:spChg>
        <pc:spChg chg="add mod">
          <ac:chgData name="harsh abad" userId="3aa972a0c7c4cf1e" providerId="LiveId" clId="{508C3893-B0B4-4B4D-BF3B-FF24F6F57962}" dt="2026-09-11T14:29:46.207" v="639" actId="14100"/>
          <ac:spMkLst>
            <pc:docMk/>
            <pc:sldMk cId="8405117" sldId="263"/>
            <ac:spMk id="128" creationId="{0A43F4EA-93EA-F8BC-A252-53E6DC0AAE76}"/>
          </ac:spMkLst>
        </pc:spChg>
        <pc:spChg chg="mod">
          <ac:chgData name="harsh abad" userId="3aa972a0c7c4cf1e" providerId="LiveId" clId="{508C3893-B0B4-4B4D-BF3B-FF24F6F57962}" dt="2026-09-11T14:31:47.774" v="647" actId="255"/>
          <ac:spMkLst>
            <pc:docMk/>
            <pc:sldMk cId="8405117" sldId="263"/>
            <ac:spMk id="130" creationId="{8E3037E9-AD74-CB1D-BF48-9228C58EFF3C}"/>
          </ac:spMkLst>
        </pc:spChg>
        <pc:picChg chg="add del mod">
          <ac:chgData name="harsh abad" userId="3aa972a0c7c4cf1e" providerId="LiveId" clId="{508C3893-B0B4-4B4D-BF3B-FF24F6F57962}" dt="2026-09-11T14:02:51.626" v="591" actId="478"/>
          <ac:picMkLst>
            <pc:docMk/>
            <pc:sldMk cId="8405117" sldId="263"/>
            <ac:picMk id="147" creationId="{CC90D660-646C-8122-35F2-9A816283BE14}"/>
          </ac:picMkLst>
        </pc:picChg>
        <pc:picChg chg="add mod">
          <ac:chgData name="harsh abad" userId="3aa972a0c7c4cf1e" providerId="LiveId" clId="{508C3893-B0B4-4B4D-BF3B-FF24F6F57962}" dt="2026-09-11T14:25:15.071" v="617" actId="1035"/>
          <ac:picMkLst>
            <pc:docMk/>
            <pc:sldMk cId="8405117" sldId="263"/>
            <ac:picMk id="149" creationId="{452E2DD2-9A01-3C04-696D-4BFF3AD8CA21}"/>
          </ac:picMkLst>
        </pc:picChg>
        <pc:picChg chg="add mod">
          <ac:chgData name="harsh abad" userId="3aa972a0c7c4cf1e" providerId="LiveId" clId="{508C3893-B0B4-4B4D-BF3B-FF24F6F57962}" dt="2026-09-11T14:37:44.948" v="749" actId="1076"/>
          <ac:picMkLst>
            <pc:docMk/>
            <pc:sldMk cId="8405117" sldId="263"/>
            <ac:picMk id="158" creationId="{BE864221-1EA3-D7CB-9B52-5B1F78060C38}"/>
          </ac:picMkLst>
        </pc:picChg>
        <pc:cxnChg chg="mod">
          <ac:chgData name="harsh abad" userId="3aa972a0c7c4cf1e" providerId="LiveId" clId="{508C3893-B0B4-4B4D-BF3B-FF24F6F57962}" dt="2026-09-11T14:29:46.207" v="639" actId="14100"/>
          <ac:cxnSpMkLst>
            <pc:docMk/>
            <pc:sldMk cId="8405117" sldId="263"/>
            <ac:cxnSpMk id="102" creationId="{358759F9-6305-B3BE-D11B-E9DF8617EF91}"/>
          </ac:cxnSpMkLst>
        </pc:cxnChg>
        <pc:cxnChg chg="mod">
          <ac:chgData name="harsh abad" userId="3aa972a0c7c4cf1e" providerId="LiveId" clId="{508C3893-B0B4-4B4D-BF3B-FF24F6F57962}" dt="2026-09-11T14:29:46.207" v="639" actId="14100"/>
          <ac:cxnSpMkLst>
            <pc:docMk/>
            <pc:sldMk cId="8405117" sldId="263"/>
            <ac:cxnSpMk id="127" creationId="{EFB34458-B51B-0916-47E3-5F4A44C134A1}"/>
          </ac:cxnSpMkLst>
        </pc:cxnChg>
      </pc:sldChg>
      <pc:sldChg chg="addSp new mod">
        <pc:chgData name="harsh abad" userId="3aa972a0c7c4cf1e" providerId="LiveId" clId="{508C3893-B0B4-4B4D-BF3B-FF24F6F57962}" dt="2026-09-11T14:14:41.091" v="615" actId="22"/>
        <pc:sldMkLst>
          <pc:docMk/>
          <pc:sldMk cId="164017631" sldId="264"/>
        </pc:sldMkLst>
        <pc:picChg chg="add">
          <ac:chgData name="harsh abad" userId="3aa972a0c7c4cf1e" providerId="LiveId" clId="{508C3893-B0B4-4B4D-BF3B-FF24F6F57962}" dt="2026-09-11T14:14:41.091" v="615" actId="22"/>
          <ac:picMkLst>
            <pc:docMk/>
            <pc:sldMk cId="164017631" sldId="264"/>
            <ac:picMk id="3" creationId="{B23F7031-833A-4D20-EE55-054DB1FDDFF6}"/>
          </ac:picMkLst>
        </pc:picChg>
      </pc:sldChg>
      <pc:sldChg chg="addSp delSp modSp new mod">
        <pc:chgData name="harsh abad" userId="3aa972a0c7c4cf1e" providerId="LiveId" clId="{508C3893-B0B4-4B4D-BF3B-FF24F6F57962}" dt="2026-09-11T14:38:32.672" v="755" actId="1076"/>
        <pc:sldMkLst>
          <pc:docMk/>
          <pc:sldMk cId="39143623" sldId="265"/>
        </pc:sldMkLst>
        <pc:spChg chg="add">
          <ac:chgData name="harsh abad" userId="3aa972a0c7c4cf1e" providerId="LiveId" clId="{508C3893-B0B4-4B4D-BF3B-FF24F6F57962}" dt="2026-09-11T14:25:36.997" v="619" actId="22"/>
          <ac:spMkLst>
            <pc:docMk/>
            <pc:sldMk cId="39143623" sldId="265"/>
            <ac:spMk id="3" creationId="{EB627D70-FBDE-CFAE-61E6-4F429CF2D6F0}"/>
          </ac:spMkLst>
        </pc:spChg>
        <pc:spChg chg="add mod">
          <ac:chgData name="harsh abad" userId="3aa972a0c7c4cf1e" providerId="LiveId" clId="{508C3893-B0B4-4B4D-BF3B-FF24F6F57962}" dt="2026-09-11T14:26:12.853" v="624"/>
          <ac:spMkLst>
            <pc:docMk/>
            <pc:sldMk cId="39143623" sldId="265"/>
            <ac:spMk id="5" creationId="{CF32CE07-D6A9-FE2A-7807-13102B190DB6}"/>
          </ac:spMkLst>
        </pc:spChg>
        <pc:spChg chg="add del mod">
          <ac:chgData name="harsh abad" userId="3aa972a0c7c4cf1e" providerId="LiveId" clId="{508C3893-B0B4-4B4D-BF3B-FF24F6F57962}" dt="2026-09-11T14:26:01.824" v="623"/>
          <ac:spMkLst>
            <pc:docMk/>
            <pc:sldMk cId="39143623" sldId="265"/>
            <ac:spMk id="6" creationId="{351B0B4C-B44C-866A-942B-07E4EA6140F2}"/>
          </ac:spMkLst>
        </pc:spChg>
        <pc:picChg chg="add mod modCrop">
          <ac:chgData name="harsh abad" userId="3aa972a0c7c4cf1e" providerId="LiveId" clId="{508C3893-B0B4-4B4D-BF3B-FF24F6F57962}" dt="2026-09-11T14:27:30.423" v="630" actId="14100"/>
          <ac:picMkLst>
            <pc:docMk/>
            <pc:sldMk cId="39143623" sldId="265"/>
            <ac:picMk id="8" creationId="{59DD37B7-9509-4FFD-6B23-60FE836F8ED2}"/>
          </ac:picMkLst>
        </pc:picChg>
        <pc:picChg chg="add mod">
          <ac:chgData name="harsh abad" userId="3aa972a0c7c4cf1e" providerId="LiveId" clId="{508C3893-B0B4-4B4D-BF3B-FF24F6F57962}" dt="2026-09-11T14:38:32.672" v="755" actId="1076"/>
          <ac:picMkLst>
            <pc:docMk/>
            <pc:sldMk cId="39143623" sldId="265"/>
            <ac:picMk id="10" creationId="{FF4F5B5B-BBB5-F43E-F3B5-9F384EDAEE20}"/>
          </ac:picMkLst>
        </pc:picChg>
      </pc:sldChg>
      <pc:sldChg chg="modSp add del mod ord">
        <pc:chgData name="harsh abad" userId="3aa972a0c7c4cf1e" providerId="LiveId" clId="{508C3893-B0B4-4B4D-BF3B-FF24F6F57962}" dt="2026-09-11T14:48:22.570" v="939" actId="1076"/>
        <pc:sldMkLst>
          <pc:docMk/>
          <pc:sldMk cId="17253345" sldId="285"/>
        </pc:sldMkLst>
        <pc:spChg chg="mod">
          <ac:chgData name="harsh abad" userId="3aa972a0c7c4cf1e" providerId="LiveId" clId="{508C3893-B0B4-4B4D-BF3B-FF24F6F57962}" dt="2026-09-11T14:47:37.836" v="924" actId="1076"/>
          <ac:spMkLst>
            <pc:docMk/>
            <pc:sldMk cId="17253345" sldId="285"/>
            <ac:spMk id="16" creationId="{3549B7DF-0D2B-2377-7129-14E020EBF472}"/>
          </ac:spMkLst>
        </pc:spChg>
        <pc:spChg chg="mod">
          <ac:chgData name="harsh abad" userId="3aa972a0c7c4cf1e" providerId="LiveId" clId="{508C3893-B0B4-4B4D-BF3B-FF24F6F57962}" dt="2026-09-11T14:48:12.400" v="938" actId="20577"/>
          <ac:spMkLst>
            <pc:docMk/>
            <pc:sldMk cId="17253345" sldId="285"/>
            <ac:spMk id="18" creationId="{C07D93BB-71BD-74F2-C5CE-CDC00483B481}"/>
          </ac:spMkLst>
        </pc:spChg>
        <pc:spChg chg="mod">
          <ac:chgData name="harsh abad" userId="3aa972a0c7c4cf1e" providerId="LiveId" clId="{508C3893-B0B4-4B4D-BF3B-FF24F6F57962}" dt="2026-09-11T14:48:22.570" v="939" actId="1076"/>
          <ac:spMkLst>
            <pc:docMk/>
            <pc:sldMk cId="17253345" sldId="285"/>
            <ac:spMk id="25" creationId="{20B13B07-2F03-9B19-896C-E268821E4A94}"/>
          </ac:spMkLst>
        </pc:spChg>
        <pc:graphicFrameChg chg="mod ord modGraphic">
          <ac:chgData name="harsh abad" userId="3aa972a0c7c4cf1e" providerId="LiveId" clId="{508C3893-B0B4-4B4D-BF3B-FF24F6F57962}" dt="2026-09-11T14:47:04.264" v="923"/>
          <ac:graphicFrameMkLst>
            <pc:docMk/>
            <pc:sldMk cId="17253345" sldId="285"/>
            <ac:graphicFrameMk id="17" creationId="{723CA62C-0E64-278E-5BA7-7D48AB115D14}"/>
          </ac:graphicFrameMkLst>
        </pc:graphicFrameChg>
      </pc:sldChg>
      <pc:sldChg chg="add del">
        <pc:chgData name="harsh abad" userId="3aa972a0c7c4cf1e" providerId="LiveId" clId="{508C3893-B0B4-4B4D-BF3B-FF24F6F57962}" dt="2026-09-11T12:54:51.441" v="14" actId="2696"/>
        <pc:sldMkLst>
          <pc:docMk/>
          <pc:sldMk cId="3385594705" sldId="285"/>
        </pc:sldMkLst>
      </pc:sldChg>
      <pc:sldChg chg="add del">
        <pc:chgData name="harsh abad" userId="3aa972a0c7c4cf1e" providerId="LiveId" clId="{508C3893-B0B4-4B4D-BF3B-FF24F6F57962}" dt="2026-09-11T12:54:54.536" v="15" actId="2696"/>
        <pc:sldMkLst>
          <pc:docMk/>
          <pc:sldMk cId="4198008173" sldId="286"/>
        </pc:sldMkLst>
      </pc:sldChg>
      <pc:sldChg chg="add">
        <pc:chgData name="harsh abad" userId="3aa972a0c7c4cf1e" providerId="LiveId" clId="{508C3893-B0B4-4B4D-BF3B-FF24F6F57962}" dt="2026-09-11T14:36:23.805" v="741"/>
        <pc:sldMkLst>
          <pc:docMk/>
          <pc:sldMk cId="2342125941" sldId="287"/>
        </pc:sldMkLst>
      </pc:sldChg>
      <pc:sldChg chg="add">
        <pc:chgData name="harsh abad" userId="3aa972a0c7c4cf1e" providerId="LiveId" clId="{508C3893-B0B4-4B4D-BF3B-FF24F6F57962}" dt="2026-09-11T14:36:15.252" v="740"/>
        <pc:sldMkLst>
          <pc:docMk/>
          <pc:sldMk cId="2864539871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285185-B5A4-43D0-AF6C-3FF4C0E7212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3629B-9ED3-4A61-9FB6-7F5D6C0A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9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950A-3801-23B8-1CE0-2C2B2DF7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CCECE-247F-F8D4-8A0F-3859DB071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6C874-6BF4-0A40-F31F-E13A1B2BF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D21B3-F878-2C63-7C66-F961DC6A5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113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2BAF1-C041-2EB4-3281-B903411B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5C7A9B4-7CEC-A17C-8FD8-B888C438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97"/>
          <a:stretch>
            <a:fillRect/>
          </a:stretch>
        </p:blipFill>
        <p:spPr>
          <a:xfrm>
            <a:off x="57" y="694356"/>
            <a:ext cx="12185271" cy="273464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DC0E9B2-0A05-49CE-F896-07C94288C2F2}"/>
              </a:ext>
            </a:extLst>
          </p:cNvPr>
          <p:cNvGrpSpPr/>
          <p:nvPr/>
        </p:nvGrpSpPr>
        <p:grpSpPr>
          <a:xfrm>
            <a:off x="57" y="1"/>
            <a:ext cx="12191887" cy="713235"/>
            <a:chOff x="-324644" y="2222500"/>
            <a:chExt cx="22261685" cy="1302327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772E3824-A8BD-0246-524E-0F05B4E14847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sz="1154" dirty="0"/>
            </a:p>
          </p:txBody>
        </p:sp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7BB3B7A-5F3D-4158-8B95-75CBCB9BB89A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sz="1154" dirty="0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694CD4D4-1E51-1878-6A89-47B9A558853B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154"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5E439E67-4596-092B-70B3-59250CB0068D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sz="1154"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A7A8640-F303-B061-AC9A-62D09966ACCF}"/>
              </a:ext>
            </a:extLst>
          </p:cNvPr>
          <p:cNvSpPr txBox="1"/>
          <p:nvPr/>
        </p:nvSpPr>
        <p:spPr>
          <a:xfrm>
            <a:off x="-118945" y="111244"/>
            <a:ext cx="4565617" cy="372541"/>
          </a:xfrm>
          <a:prstGeom prst="rect">
            <a:avLst/>
          </a:prstGeom>
          <a:noFill/>
        </p:spPr>
        <p:txBody>
          <a:bodyPr vert="horz" wrap="square" lIns="0" tIns="56200" rIns="0" bIns="0" rtlCol="0">
            <a:spAutoFit/>
          </a:bodyPr>
          <a:lstStyle/>
          <a:p>
            <a:pPr marL="260624">
              <a:spcBef>
                <a:spcPts val="442"/>
              </a:spcBef>
            </a:pPr>
            <a:r>
              <a:rPr lang="en-GB" sz="2052" spc="-3" dirty="0">
                <a:solidFill>
                  <a:srgbClr val="FFFFFF"/>
                </a:solidFill>
                <a:cs typeface="Source Sans Pro Light"/>
              </a:rPr>
              <a:t>Department of Information Technology </a:t>
            </a:r>
            <a:endParaRPr sz="2052" dirty="0">
              <a:cs typeface="Source Sans Pro Ligh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76575C-25D6-85EF-AC00-95B58D7006AB}"/>
              </a:ext>
            </a:extLst>
          </p:cNvPr>
          <p:cNvSpPr txBox="1"/>
          <p:nvPr/>
        </p:nvSpPr>
        <p:spPr>
          <a:xfrm>
            <a:off x="4382582" y="185157"/>
            <a:ext cx="1786142" cy="324017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8145">
              <a:spcBef>
                <a:spcPts val="64"/>
              </a:spcBef>
            </a:pPr>
            <a:r>
              <a:rPr lang="en-GB" sz="2052" spc="-10" dirty="0">
                <a:solidFill>
                  <a:srgbClr val="FFFFFF"/>
                </a:solidFill>
                <a:cs typeface="Source Sans Pro Light"/>
              </a:rPr>
              <a:t>WIT, Solapur</a:t>
            </a:r>
            <a:endParaRPr sz="2052" dirty="0">
              <a:cs typeface="Source Sans Pro Light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07D93BB-71BD-74F2-C5CE-CDC00483B481}"/>
              </a:ext>
            </a:extLst>
          </p:cNvPr>
          <p:cNvSpPr txBox="1"/>
          <p:nvPr/>
        </p:nvSpPr>
        <p:spPr>
          <a:xfrm>
            <a:off x="1179069" y="3730797"/>
            <a:ext cx="10620304" cy="639808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784316" marR="3258" indent="-776579" algn="ctr">
              <a:spcBef>
                <a:spcPts val="64"/>
              </a:spcBef>
            </a:pPr>
            <a:r>
              <a:rPr lang="en-GB" sz="4104" spc="-3" dirty="0">
                <a:solidFill>
                  <a:srgbClr val="00318B"/>
                </a:solidFill>
                <a:cs typeface="Source Sans Pro"/>
              </a:rPr>
              <a:t>PROJECT DESIGN PRESENTATION</a:t>
            </a:r>
            <a:endParaRPr lang="cs-CZ" sz="4617" dirty="0">
              <a:cs typeface="Source Sans Pr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4A2324-B93F-5633-304B-2787AB89C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6804" y="-18470"/>
            <a:ext cx="785140" cy="731706"/>
          </a:xfrm>
          <a:prstGeom prst="rect">
            <a:avLst/>
          </a:prstGeom>
        </p:spPr>
      </p:pic>
      <p:sp>
        <p:nvSpPr>
          <p:cNvPr id="16" name="object 18">
            <a:extLst>
              <a:ext uri="{FF2B5EF4-FFF2-40B4-BE49-F238E27FC236}">
                <a16:creationId xmlns:a16="http://schemas.microsoft.com/office/drawing/2014/main" id="{3549B7DF-0D2B-2377-7129-14E020EBF472}"/>
              </a:ext>
            </a:extLst>
          </p:cNvPr>
          <p:cNvSpPr txBox="1"/>
          <p:nvPr/>
        </p:nvSpPr>
        <p:spPr>
          <a:xfrm>
            <a:off x="809198" y="4591910"/>
            <a:ext cx="10620304" cy="797671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784316" marR="3258" indent="-776579" algn="ctr">
              <a:spcBef>
                <a:spcPts val="64"/>
              </a:spcBef>
            </a:pPr>
            <a:r>
              <a:rPr lang="en-US" sz="2565" spc="-3" dirty="0" err="1">
                <a:solidFill>
                  <a:srgbClr val="C00000"/>
                </a:solidFill>
                <a:cs typeface="Source Sans Pro"/>
              </a:rPr>
              <a:t>FutureVerse</a:t>
            </a:r>
            <a:r>
              <a:rPr lang="en-US" sz="2565" spc="-3" dirty="0">
                <a:solidFill>
                  <a:srgbClr val="C00000"/>
                </a:solidFill>
                <a:cs typeface="Source Sans Pro"/>
              </a:rPr>
              <a:t>: A Machine Learning-Based Framework for Sugarcane Growth Prediction and Intelligent Farming Recommendation</a:t>
            </a:r>
            <a:endParaRPr lang="en-GB" sz="1667" spc="-3" dirty="0">
              <a:solidFill>
                <a:srgbClr val="C00000"/>
              </a:solidFill>
              <a:cs typeface="Source Sans Pro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3CA62C-0E64-278E-5BA7-7D48AB115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637807"/>
              </p:ext>
            </p:extLst>
          </p:nvPr>
        </p:nvGraphicFramePr>
        <p:xfrm>
          <a:off x="4202583" y="5610886"/>
          <a:ext cx="4243270" cy="38440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47236">
                  <a:extLst>
                    <a:ext uri="{9D8B030D-6E8A-4147-A177-3AD203B41FA5}">
                      <a16:colId xmlns:a16="http://schemas.microsoft.com/office/drawing/2014/main" val="3433815265"/>
                    </a:ext>
                  </a:extLst>
                </a:gridCol>
                <a:gridCol w="2396034">
                  <a:extLst>
                    <a:ext uri="{9D8B030D-6E8A-4147-A177-3AD203B41FA5}">
                      <a16:colId xmlns:a16="http://schemas.microsoft.com/office/drawing/2014/main" val="3971670629"/>
                    </a:ext>
                  </a:extLst>
                </a:gridCol>
              </a:tblGrid>
              <a:tr h="384409"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GROUP NO: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 marL="58643" marR="58643" marT="29322" marB="29322">
                    <a:solidFill>
                      <a:srgbClr val="FFC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A18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 marL="58643" marR="58643" marT="29322" marB="29322">
                    <a:solidFill>
                      <a:srgbClr val="FFC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154563"/>
                  </a:ext>
                </a:extLst>
              </a:tr>
            </a:tbl>
          </a:graphicData>
        </a:graphic>
      </p:graphicFrame>
      <p:sp>
        <p:nvSpPr>
          <p:cNvPr id="25" name="object 18">
            <a:extLst>
              <a:ext uri="{FF2B5EF4-FFF2-40B4-BE49-F238E27FC236}">
                <a16:creationId xmlns:a16="http://schemas.microsoft.com/office/drawing/2014/main" id="{20B13B07-2F03-9B19-896C-E268821E4A94}"/>
              </a:ext>
            </a:extLst>
          </p:cNvPr>
          <p:cNvSpPr txBox="1"/>
          <p:nvPr/>
        </p:nvSpPr>
        <p:spPr>
          <a:xfrm>
            <a:off x="647899" y="6010415"/>
            <a:ext cx="10620304" cy="324017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784316" marR="3258" indent="-776579" algn="ctr">
              <a:spcBef>
                <a:spcPts val="64"/>
              </a:spcBef>
            </a:pPr>
            <a:r>
              <a:rPr lang="en-GB" sz="2052" spc="-3" dirty="0">
                <a:solidFill>
                  <a:srgbClr val="C00000"/>
                </a:solidFill>
                <a:cs typeface="Source Sans Pro"/>
              </a:rPr>
              <a:t>GUIDE : Ms. V. V. Manglaram</a:t>
            </a:r>
            <a:endParaRPr lang="cs-CZ" sz="2565" dirty="0">
              <a:solidFill>
                <a:srgbClr val="C00000"/>
              </a:solidFill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253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046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imes New Roman"/>
              </a:rP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66D"/>
                </a:solidFill>
                <a:latin typeface="Times New Roman"/>
              </a:rPr>
              <a:t>FutureVerse: ML Framework for Sugarcane Growth &amp; Yield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8309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5C666D"/>
                </a:solidFill>
                <a:latin typeface="Times New Roman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7315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64F6C"/>
                </a:solidFill>
                <a:latin typeface="Times New Roman"/>
              </a:rPr>
              <a:t>FutureVerse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307592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Times New Roman"/>
              </a:rPr>
              <a:t>A Machine Learning-Based Framework for Sugarcane Growth Prediction and Intelligent Farming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440680" cy="2066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1952131"/>
            <a:ext cx="505663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359152"/>
            <a:ext cx="5056632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Sugarcane growth and yield depend on soil pH, N-P-K, temperature, humidity, rainfall, irrigation and crop age.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Field conditions vary, making it difficult to combine all factors for reliable prediction.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Farmers need simple, data-driven guidance rather than isolated technical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74519"/>
            <a:ext cx="5349240" cy="2066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1952131"/>
            <a:ext cx="496519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59152"/>
            <a:ext cx="4965192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Use machine learning to predict sugarcane growth (%) and estimated yield (tons/hectare).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Compare multiple regression models and select the best-performing model using validation metrics.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Convert predictions into fertilizer, irrigation, crop-management and soil-improvement recommendations.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4224527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9432" y="4225211"/>
            <a:ext cx="313639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526278"/>
            <a:ext cx="3136392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Abhishek </a:t>
            </a:r>
            <a:r>
              <a:rPr sz="1400" dirty="0" err="1">
                <a:latin typeface="Times New Roman"/>
              </a:rPr>
              <a:t>Danole</a:t>
            </a:r>
            <a:r>
              <a:rPr sz="1400" dirty="0">
                <a:latin typeface="Times New Roman"/>
              </a:rPr>
              <a:t> — A-21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Harsh Abad — A-01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Paras </a:t>
            </a:r>
            <a:r>
              <a:rPr sz="1400" dirty="0" err="1">
                <a:latin typeface="Times New Roman"/>
              </a:rPr>
              <a:t>Danole</a:t>
            </a:r>
            <a:r>
              <a:rPr sz="1400" dirty="0">
                <a:latin typeface="Times New Roman"/>
              </a:rPr>
              <a:t> — A-22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224527"/>
            <a:ext cx="3063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9704" y="4247274"/>
            <a:ext cx="267919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Project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2564" y="4654297"/>
            <a:ext cx="2679192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Ms. V.V. </a:t>
            </a:r>
            <a:r>
              <a:rPr sz="1400" dirty="0" err="1">
                <a:latin typeface="Times New Roman"/>
              </a:rPr>
              <a:t>Manglaram</a:t>
            </a:r>
            <a:endParaRPr sz="1400" dirty="0">
              <a:latin typeface="Times New Roman"/>
            </a:endParaRP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Assistant Professor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75804" y="4215383"/>
            <a:ext cx="39959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90688" y="4187724"/>
            <a:ext cx="36118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Expected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2" y="4553711"/>
            <a:ext cx="361188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Farmer-friendly web decision-support system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Prediction + practical recommendations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B2F4E7-351A-148B-0216-343C92C30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19" y="5793637"/>
            <a:ext cx="1173479" cy="8906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046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dirty="0">
                <a:solidFill>
                  <a:srgbClr val="FFFFFF"/>
                </a:solidFill>
                <a:latin typeface="Times New Roman"/>
              </a:rPr>
              <a:t>2. OVERALL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66D"/>
                </a:solidFill>
                <a:latin typeface="Times New Roman"/>
              </a:rPr>
              <a:t>FutureVerse: ML Framework for Sugarcane Growth &amp; Yield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8309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5C666D"/>
                </a:solidFill>
                <a:latin typeface="Times New Roman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7315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261872"/>
            <a:ext cx="1965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261872"/>
            <a:ext cx="73152" cy="1188720"/>
          </a:xfrm>
          <a:prstGeom prst="roundRect">
            <a:avLst/>
          </a:prstGeom>
          <a:solidFill>
            <a:srgbClr val="16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354872"/>
            <a:ext cx="158191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64F6C"/>
                </a:solidFill>
                <a:latin typeface="Times New Roman"/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682496"/>
            <a:ext cx="1581912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Historical agricultural data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Soil • Weather • Crop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4912" y="1261872"/>
            <a:ext cx="1965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24912" y="1261872"/>
            <a:ext cx="73152" cy="1188720"/>
          </a:xfrm>
          <a:prstGeom prst="roundRect">
            <a:avLst/>
          </a:prstGeom>
          <a:solidFill>
            <a:srgbClr val="16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354872"/>
            <a:ext cx="158191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64F6C"/>
                </a:solidFill>
                <a:latin typeface="Times New Roman"/>
              </a:rP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1674571"/>
            <a:ext cx="1801368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Validate inputs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Handle missing values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Normalize / select features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87168" y="1856231"/>
            <a:ext cx="182880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937760" y="1261872"/>
            <a:ext cx="2148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937760" y="1261872"/>
            <a:ext cx="73152" cy="1188720"/>
          </a:xfrm>
          <a:prstGeom prst="roundRect">
            <a:avLst/>
          </a:prstGeom>
          <a:solidFill>
            <a:srgbClr val="16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38928" y="1354872"/>
            <a:ext cx="176479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64F6C"/>
                </a:solidFill>
                <a:latin typeface="Times New Roman"/>
              </a:rPr>
              <a:t>Model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1608037"/>
            <a:ext cx="176479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Decision Tree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Random Forest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Gradient Boosting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</a:t>
            </a:r>
            <a:r>
              <a:rPr sz="1100" dirty="0" err="1">
                <a:latin typeface="Times New Roman"/>
              </a:rPr>
              <a:t>XGBoost</a:t>
            </a:r>
            <a:endParaRPr sz="1100" dirty="0">
              <a:latin typeface="Times New Roman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4709160" y="1856231"/>
            <a:ext cx="173736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0920" y="1261872"/>
            <a:ext cx="1920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60920" y="1261872"/>
            <a:ext cx="73152" cy="1188720"/>
          </a:xfrm>
          <a:prstGeom prst="roundRect">
            <a:avLst/>
          </a:prstGeom>
          <a:solidFill>
            <a:srgbClr val="16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62088" y="1354872"/>
            <a:ext cx="153619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64F6C"/>
                </a:solidFill>
                <a:latin typeface="Times New Roman"/>
              </a:rPr>
              <a:t>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1664208"/>
            <a:ext cx="153619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MAE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RMSE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R²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Select best 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0" y="1856231"/>
            <a:ext cx="173736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55480" y="1261872"/>
            <a:ext cx="2103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555480" y="1261872"/>
            <a:ext cx="73152" cy="1188720"/>
          </a:xfrm>
          <a:prstGeom prst="roundRect">
            <a:avLst/>
          </a:prstGeom>
          <a:solidFill>
            <a:srgbClr val="16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56648" y="1354872"/>
            <a:ext cx="171907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64F6C"/>
                </a:solidFill>
                <a:latin typeface="Times New Roman"/>
              </a:rPr>
              <a:t>Saved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1746504"/>
            <a:ext cx="1719072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Best model + preprocessor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Ready for prediction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6880" y="1856231"/>
            <a:ext cx="173736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30352" y="2743200"/>
            <a:ext cx="11109960" cy="10972"/>
          </a:xfrm>
          <a:prstGeom prst="rect">
            <a:avLst/>
          </a:prstGeom>
          <a:solidFill>
            <a:srgbClr val="B8C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17720" y="2633472"/>
            <a:ext cx="2926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64F6C"/>
                </a:solidFill>
                <a:latin typeface="Times New Roman"/>
              </a:rPr>
              <a:t>RUNTIME / FARMER WORKFLOW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090672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090672"/>
            <a:ext cx="73152" cy="1371600"/>
          </a:xfrm>
          <a:prstGeom prst="round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" y="3183672"/>
            <a:ext cx="149047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64F6C"/>
                </a:solidFill>
                <a:latin typeface="Times New Roman"/>
              </a:rPr>
              <a:t>1. Farmer Input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3575304"/>
            <a:ext cx="14904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Soil pH &amp; NPK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Weather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Irrigation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Crop 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97480" y="3090672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697480" y="3090672"/>
            <a:ext cx="73152" cy="1371600"/>
          </a:xfrm>
          <a:prstGeom prst="round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98648" y="3183672"/>
            <a:ext cx="149047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64F6C"/>
                </a:solidFill>
                <a:latin typeface="Times New Roman"/>
              </a:rPr>
              <a:t>2. REST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7792" y="3575304"/>
            <a:ext cx="1490472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</a:t>
            </a:r>
            <a:r>
              <a:rPr sz="1100" dirty="0" err="1">
                <a:latin typeface="Times New Roman"/>
              </a:rPr>
              <a:t>FastAPI</a:t>
            </a:r>
            <a:r>
              <a:rPr sz="1100" dirty="0">
                <a:latin typeface="Times New Roman"/>
              </a:rPr>
              <a:t> backend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Validate request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100" dirty="0">
                <a:latin typeface="Times New Roman"/>
              </a:rPr>
              <a:t>• Return results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92040" y="3090672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892040" y="3090672"/>
            <a:ext cx="73152" cy="1371600"/>
          </a:xfrm>
          <a:prstGeom prst="round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93207" y="3183672"/>
            <a:ext cx="149047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64F6C"/>
                </a:solidFill>
                <a:latin typeface="Times New Roman"/>
              </a:rPr>
              <a:t>3. Preprocessing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2352" y="3575304"/>
            <a:ext cx="1490472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Same trained pipeline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Transform features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86600" y="3090672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086600" y="3090672"/>
            <a:ext cx="73152" cy="1371600"/>
          </a:xfrm>
          <a:prstGeom prst="round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87768" y="3183672"/>
            <a:ext cx="149047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64F6C"/>
                </a:solidFill>
                <a:latin typeface="Times New Roman"/>
              </a:rPr>
              <a:t>4. Prediction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96912" y="3575304"/>
            <a:ext cx="1490472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Selected ML model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Growth (%)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Yield (t/ha)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81160" y="3090672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281160" y="3090672"/>
            <a:ext cx="73152" cy="1371600"/>
          </a:xfrm>
          <a:prstGeom prst="round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82328" y="3183672"/>
            <a:ext cx="199339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64F6C"/>
                </a:solidFill>
                <a:latin typeface="Times New Roman"/>
              </a:rPr>
              <a:t>5. Recommendations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91472" y="3575304"/>
            <a:ext cx="1993392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Fertilizer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Irrigation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Crop / soil advice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395728" y="3776472"/>
            <a:ext cx="274320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90288" y="3776472"/>
            <a:ext cx="274320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784848" y="3776472"/>
            <a:ext cx="274320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979408" y="3776472"/>
            <a:ext cx="274320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2816352" y="4873752"/>
            <a:ext cx="66294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2816352" y="4873752"/>
            <a:ext cx="73152" cy="749808"/>
          </a:xfrm>
          <a:prstGeom prst="round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017520" y="4966752"/>
            <a:ext cx="62453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64F6C"/>
                </a:solidFill>
                <a:latin typeface="Times New Roman"/>
              </a:rPr>
              <a:t>Farmer Dashboard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26664" y="5358384"/>
            <a:ext cx="6245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Growth %  |  Estimated Yield (t/ha)  |  Farm Status  |  Recommended Actions</a:t>
            </a:r>
          </a:p>
        </p:txBody>
      </p:sp>
      <p:cxnSp>
        <p:nvCxnSpPr>
          <p:cNvPr id="64" name="Connector 63"/>
          <p:cNvCxnSpPr/>
          <p:nvPr/>
        </p:nvCxnSpPr>
        <p:spPr>
          <a:xfrm flipH="1">
            <a:off x="9326880" y="4526280"/>
            <a:ext cx="1143000" cy="27432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A01433E-39C5-EEB8-DE01-C5B8529CD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19" y="5793637"/>
            <a:ext cx="1173479" cy="8906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627D70-FBDE-CFAE-61E6-4F429CF2D6F0}"/>
              </a:ext>
            </a:extLst>
          </p:cNvPr>
          <p:cNvSpPr txBox="1"/>
          <p:nvPr/>
        </p:nvSpPr>
        <p:spPr>
          <a:xfrm>
            <a:off x="384048" y="91440"/>
            <a:ext cx="8046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dirty="0">
                <a:solidFill>
                  <a:srgbClr val="FFFFFF"/>
                </a:solidFill>
                <a:latin typeface="Times New Roman"/>
              </a:rPr>
              <a:t>2. OVERALL SYSTEM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2CE07-D6A9-FE2A-7807-13102B190DB6}"/>
              </a:ext>
            </a:extLst>
          </p:cNvPr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FFFFFF"/>
                </a:solidFill>
                <a:latin typeface="Times New Roman"/>
              </a:rPr>
              <a:t>2. OVERALL SYSTEM ARCHITECTURE</a:t>
            </a:r>
            <a:endParaRPr lang="en-US" b="1" dirty="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DD37B7-9509-4FFD-6B23-60FE836F8E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82"/>
          <a:stretch>
            <a:fillRect/>
          </a:stretch>
        </p:blipFill>
        <p:spPr>
          <a:xfrm>
            <a:off x="3239" y="502920"/>
            <a:ext cx="12185522" cy="61904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4F5B5B-BBB5-F43E-F3B5-9F384EDAE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282" y="5967372"/>
            <a:ext cx="1173479" cy="89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046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imes New Roman"/>
              </a:rPr>
              <a:t>3. MODULE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66D"/>
                </a:solidFill>
                <a:latin typeface="Times New Roman"/>
              </a:rPr>
              <a:t>FutureVerse: ML Framework for Sugarcane Growth &amp; Yield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8309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5C666D"/>
                </a:solidFill>
                <a:latin typeface="Times New Roman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7315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09728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261872"/>
            <a:ext cx="384048" cy="384048"/>
          </a:xfrm>
          <a:prstGeom prst="ellipse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2618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34327"/>
            <a:ext cx="23317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User Input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" y="1890575"/>
            <a:ext cx="28163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91919"/>
                </a:solidFill>
                <a:latin typeface="Times New Roman"/>
              </a:rPr>
              <a:t>Collect soil pH, N, P, K, temperature, humidity, rainfall, irrigation and crop 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109728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15968" y="1261872"/>
            <a:ext cx="384048" cy="384048"/>
          </a:xfrm>
          <a:prstGeom prst="ellipse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15968" y="12618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1234327"/>
            <a:ext cx="274625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Validation &amp;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1789098"/>
            <a:ext cx="2816352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91919"/>
                </a:solidFill>
                <a:latin typeface="Times New Roman"/>
              </a:rPr>
              <a:t>Validate values, handle missing data, normalize numerical features and select relevant inputs.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71816" y="109728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854696" y="1261872"/>
            <a:ext cx="384048" cy="384048"/>
          </a:xfrm>
          <a:prstGeom prst="ellipse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54696" y="12618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1234327"/>
            <a:ext cx="23317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ML Prediction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2984" y="1789098"/>
            <a:ext cx="2816352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91919"/>
                </a:solidFill>
                <a:latin typeface="Times New Roman"/>
              </a:rPr>
              <a:t>Train/use Decision Tree, Random Forest, Gradient Boosting and </a:t>
            </a:r>
            <a:r>
              <a:rPr sz="1200" b="0" dirty="0" err="1">
                <a:solidFill>
                  <a:srgbClr val="191919"/>
                </a:solidFill>
                <a:latin typeface="Times New Roman"/>
              </a:rPr>
              <a:t>XGBoost</a:t>
            </a:r>
            <a:r>
              <a:rPr sz="1200" b="0" dirty="0">
                <a:solidFill>
                  <a:srgbClr val="191919"/>
                </a:solidFill>
                <a:latin typeface="Times New Roman"/>
              </a:rPr>
              <a:t> regression models.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8328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7240" y="3547872"/>
            <a:ext cx="384048" cy="384048"/>
          </a:xfrm>
          <a:prstGeom prst="ellipse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5478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520327"/>
            <a:ext cx="23317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Best Model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4167431"/>
            <a:ext cx="28163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91919"/>
                </a:solidFill>
                <a:latin typeface="Times New Roman"/>
              </a:rPr>
              <a:t>Evaluate MAE, RMSE and R²; select the best-performing model on validation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33087" y="338328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315968" y="3547872"/>
            <a:ext cx="384048" cy="384048"/>
          </a:xfrm>
          <a:prstGeom prst="ellipse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15968" y="35478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7" y="3520327"/>
            <a:ext cx="256031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Recommendation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255" y="4075098"/>
            <a:ext cx="2816352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91919"/>
                </a:solidFill>
                <a:latin typeface="Times New Roman"/>
              </a:rPr>
              <a:t>Generate fertilizer, irrigation, crop-management and soil-improvement guidance</a:t>
            </a:r>
            <a:r>
              <a:rPr sz="930" b="0" dirty="0">
                <a:solidFill>
                  <a:srgbClr val="191919"/>
                </a:solidFill>
                <a:latin typeface="Times New Roman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71816" y="338328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854696" y="3547872"/>
            <a:ext cx="384048" cy="384048"/>
          </a:xfrm>
          <a:prstGeom prst="ellipse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54696" y="35478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3520327"/>
            <a:ext cx="23317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Result 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72984" y="4075098"/>
            <a:ext cx="2816352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91919"/>
                </a:solidFill>
                <a:latin typeface="Times New Roman"/>
              </a:rPr>
              <a:t>Display predicted growth, estimated yield and recommendations through the dashboard.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40480" y="1901952"/>
            <a:ext cx="246888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79208" y="1901952"/>
            <a:ext cx="246888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308592" y="2761488"/>
            <a:ext cx="0" cy="54864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379208" y="4187952"/>
            <a:ext cx="246888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840480" y="4187952"/>
            <a:ext cx="246888" cy="0"/>
          </a:xfrm>
          <a:prstGeom prst="line">
            <a:avLst/>
          </a:prstGeom>
          <a:ln w="2159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4B3F9D04-B2C3-38A0-EE51-1DA95A9A7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19" y="5793637"/>
            <a:ext cx="1173479" cy="8906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046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dirty="0">
                <a:solidFill>
                  <a:srgbClr val="FFFFFF"/>
                </a:solidFill>
                <a:latin typeface="Times New Roman"/>
              </a:rPr>
              <a:t>4. DATA / DATABASE / WORKFLOW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66D"/>
                </a:solidFill>
                <a:latin typeface="Times New Roman"/>
              </a:rPr>
              <a:t>FutureVerse: ML Framework for Sugarcane Growth &amp; Yield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8309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5C666D"/>
                </a:solidFill>
                <a:latin typeface="Times New Roman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7315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060704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170431"/>
            <a:ext cx="3319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64F6C"/>
                </a:solidFill>
                <a:latin typeface="Times New Roman"/>
              </a:rPr>
              <a:t>Dataset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545336"/>
            <a:ext cx="3319272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Input features: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Soil pH • Nitrogen • Phosphorus • Potassium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Temperature • Humidity • Rainfall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Irrigation • Crop age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Target outputs: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Sugarcane Growth (%)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Estimated Yield (tons/hectare)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Data handling: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Validation • Missing values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dirty="0">
                <a:latin typeface="Times New Roman"/>
              </a:rPr>
              <a:t>• Normalization / scaling • Feature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024128"/>
            <a:ext cx="6766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64F6C"/>
                </a:solidFill>
                <a:latin typeface="Times New Roman"/>
              </a:rPr>
              <a:t>DATA-PROCESSING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19472" y="1463040"/>
            <a:ext cx="6629400" cy="393192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38344" y="1508760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1508760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91919"/>
                </a:solidFill>
                <a:latin typeface="Times New Roman"/>
              </a:rPr>
              <a:t>Load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2" y="1508760"/>
            <a:ext cx="397763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Historical agricultural records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0" y="1865376"/>
            <a:ext cx="0" cy="64008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919472" y="1965960"/>
            <a:ext cx="6629400" cy="393192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38344" y="2011679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2011679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91919"/>
                </a:solidFill>
                <a:latin typeface="Times New Roman"/>
              </a:rPr>
              <a:t>Clean &amp; 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2" y="2011679"/>
            <a:ext cx="397763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Check ranges and missing values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0" y="2368296"/>
            <a:ext cx="0" cy="64008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19472" y="2468880"/>
            <a:ext cx="6629400" cy="393192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38344" y="2514600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4104" y="2514600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91919"/>
                </a:solidFill>
                <a:latin typeface="Times New Roman"/>
              </a:rPr>
              <a:t>Prepare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2" y="2514600"/>
            <a:ext cx="397763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Normalize / select relevant inputs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0" y="2871216"/>
            <a:ext cx="0" cy="64008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919472" y="2971800"/>
            <a:ext cx="6629400" cy="393192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38344" y="3017520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4104" y="3017520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91919"/>
                </a:solidFill>
                <a:latin typeface="Times New Roman"/>
              </a:rPr>
              <a:t>Split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2632" y="3017520"/>
            <a:ext cx="397763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Training and validation/test sets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0" y="3374136"/>
            <a:ext cx="0" cy="64008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19472" y="3474720"/>
            <a:ext cx="6629400" cy="393192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38344" y="3520439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4104" y="3520439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91919"/>
                </a:solidFill>
                <a:latin typeface="Times New Roman"/>
              </a:rPr>
              <a:t>Train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2" y="3520439"/>
            <a:ext cx="397763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Four regression algorithms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29600" y="3877056"/>
            <a:ext cx="0" cy="64007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919472" y="3977639"/>
            <a:ext cx="6629400" cy="393192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38344" y="4023359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4104" y="4023359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91919"/>
                </a:solidFill>
                <a:latin typeface="Times New Roman"/>
              </a:rPr>
              <a:t>Evaluate &amp; Select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2632" y="4023359"/>
            <a:ext cx="397763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MAE, RMSE, R²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29600" y="4379976"/>
            <a:ext cx="0" cy="64007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919472" y="4480560"/>
            <a:ext cx="6629400" cy="393192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38344" y="4526280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4104" y="4526280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91919"/>
                </a:solidFill>
                <a:latin typeface="Times New Roman"/>
              </a:rPr>
              <a:t>Save Pipeline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2632" y="4526280"/>
            <a:ext cx="397763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Selected model + preprocessing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229600" y="4882896"/>
            <a:ext cx="0" cy="64008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919472" y="4983480"/>
            <a:ext cx="6629400" cy="393192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38344" y="5029200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04104" y="5029200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91919"/>
                </a:solidFill>
                <a:latin typeface="Times New Roman"/>
              </a:rPr>
              <a:t>Predict &amp; Recommend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2632" y="5029200"/>
            <a:ext cx="397763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Growth, yield and 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779008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6D"/>
                </a:solidFill>
                <a:latin typeface="Times New Roman"/>
              </a:rPr>
              <a:t>Core prediction workflow does not require a traditional database for permanent farmer/crop storage; inputs can be processed at runtime.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46D6CC3-51AA-97E1-452C-695004CCB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19" y="5793637"/>
            <a:ext cx="1173479" cy="8906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0924E8-C69D-D889-88F0-2DFAAF733B77}"/>
              </a:ext>
            </a:extLst>
          </p:cNvPr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4DAB22A-7703-0461-217C-F60A6C35127F}"/>
              </a:ext>
            </a:extLst>
          </p:cNvPr>
          <p:cNvSpPr txBox="1"/>
          <p:nvPr/>
        </p:nvSpPr>
        <p:spPr>
          <a:xfrm>
            <a:off x="308610" y="85523"/>
            <a:ext cx="614019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  <a:latin typeface="Times New Roman"/>
              </a:rPr>
              <a:t>4. DATA / DATABASE / WORKFLOW DESIGN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97115BC-C953-ABAB-454D-F494C686877D}"/>
              </a:ext>
            </a:extLst>
          </p:cNvPr>
          <p:cNvSpPr txBox="1"/>
          <p:nvPr/>
        </p:nvSpPr>
        <p:spPr>
          <a:xfrm>
            <a:off x="278583" y="1101738"/>
            <a:ext cx="433059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DATA-PROCESSING PIPELINE</a:t>
            </a:r>
          </a:p>
        </p:txBody>
      </p:sp>
      <p:sp>
        <p:nvSpPr>
          <p:cNvPr id="93" name="Rounded Rectangle 13">
            <a:extLst>
              <a:ext uri="{FF2B5EF4-FFF2-40B4-BE49-F238E27FC236}">
                <a16:creationId xmlns:a16="http://schemas.microsoft.com/office/drawing/2014/main" id="{30CF0F7C-D0D8-60A4-C7AD-4DD21E43C8B1}"/>
              </a:ext>
            </a:extLst>
          </p:cNvPr>
          <p:cNvSpPr/>
          <p:nvPr/>
        </p:nvSpPr>
        <p:spPr>
          <a:xfrm>
            <a:off x="292608" y="1572767"/>
            <a:ext cx="4242816" cy="1133857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4C73A8C-6E14-7FBD-FCB6-F2BDFBA001D2}"/>
              </a:ext>
            </a:extLst>
          </p:cNvPr>
          <p:cNvSpPr txBox="1"/>
          <p:nvPr/>
        </p:nvSpPr>
        <p:spPr>
          <a:xfrm>
            <a:off x="411480" y="1618488"/>
            <a:ext cx="1755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7EA7320-6ACC-2BB7-52FF-FF877D8439DA}"/>
              </a:ext>
            </a:extLst>
          </p:cNvPr>
          <p:cNvSpPr txBox="1"/>
          <p:nvPr/>
        </p:nvSpPr>
        <p:spPr>
          <a:xfrm>
            <a:off x="777240" y="1594289"/>
            <a:ext cx="1199693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191919"/>
                </a:solidFill>
                <a:latin typeface="Times New Roman"/>
              </a:rPr>
              <a:t>Load Dataset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3F4FC01-9B47-BB7E-7C8F-4C6E96EF5C88}"/>
              </a:ext>
            </a:extLst>
          </p:cNvPr>
          <p:cNvSpPr txBox="1"/>
          <p:nvPr/>
        </p:nvSpPr>
        <p:spPr>
          <a:xfrm>
            <a:off x="2715768" y="1601983"/>
            <a:ext cx="2545689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rgbClr val="5C666D"/>
                </a:solidFill>
                <a:latin typeface="Times New Roman"/>
              </a:rPr>
              <a:t>Historical agricultural records</a:t>
            </a:r>
          </a:p>
        </p:txBody>
      </p:sp>
      <p:cxnSp>
        <p:nvCxnSpPr>
          <p:cNvPr id="97" name="Connector 17">
            <a:extLst>
              <a:ext uri="{FF2B5EF4-FFF2-40B4-BE49-F238E27FC236}">
                <a16:creationId xmlns:a16="http://schemas.microsoft.com/office/drawing/2014/main" id="{3A4EA513-5EEC-F4A4-7125-2EABD65523B2}"/>
              </a:ext>
            </a:extLst>
          </p:cNvPr>
          <p:cNvCxnSpPr>
            <a:cxnSpLocks/>
          </p:cNvCxnSpPr>
          <p:nvPr/>
        </p:nvCxnSpPr>
        <p:spPr>
          <a:xfrm>
            <a:off x="3602736" y="1975104"/>
            <a:ext cx="0" cy="184581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18">
            <a:extLst>
              <a:ext uri="{FF2B5EF4-FFF2-40B4-BE49-F238E27FC236}">
                <a16:creationId xmlns:a16="http://schemas.microsoft.com/office/drawing/2014/main" id="{84546A11-6B54-95E7-A9F1-FA9CBDF27E6C}"/>
              </a:ext>
            </a:extLst>
          </p:cNvPr>
          <p:cNvSpPr/>
          <p:nvPr/>
        </p:nvSpPr>
        <p:spPr>
          <a:xfrm>
            <a:off x="292608" y="2075687"/>
            <a:ext cx="4242816" cy="1133857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EC94BC9-F1F0-2CBC-C345-D2803D0FF167}"/>
              </a:ext>
            </a:extLst>
          </p:cNvPr>
          <p:cNvSpPr txBox="1"/>
          <p:nvPr/>
        </p:nvSpPr>
        <p:spPr>
          <a:xfrm>
            <a:off x="411480" y="2121407"/>
            <a:ext cx="1755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304AA18-254C-3510-7752-9B559F517E2C}"/>
              </a:ext>
            </a:extLst>
          </p:cNvPr>
          <p:cNvSpPr txBox="1"/>
          <p:nvPr/>
        </p:nvSpPr>
        <p:spPr>
          <a:xfrm>
            <a:off x="777240" y="2097208"/>
            <a:ext cx="135331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191919"/>
                </a:solidFill>
                <a:latin typeface="Times New Roman"/>
              </a:rPr>
              <a:t>Clean &amp; Validate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A361352-C8AA-4E6E-2115-8D005948EEBA}"/>
              </a:ext>
            </a:extLst>
          </p:cNvPr>
          <p:cNvSpPr txBox="1"/>
          <p:nvPr/>
        </p:nvSpPr>
        <p:spPr>
          <a:xfrm>
            <a:off x="2715768" y="2121407"/>
            <a:ext cx="254568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Check ranges and missing values</a:t>
            </a:r>
          </a:p>
        </p:txBody>
      </p:sp>
      <p:cxnSp>
        <p:nvCxnSpPr>
          <p:cNvPr id="102" name="Connector 22">
            <a:extLst>
              <a:ext uri="{FF2B5EF4-FFF2-40B4-BE49-F238E27FC236}">
                <a16:creationId xmlns:a16="http://schemas.microsoft.com/office/drawing/2014/main" id="{358759F9-6305-B3BE-D11B-E9DF8617EF91}"/>
              </a:ext>
            </a:extLst>
          </p:cNvPr>
          <p:cNvCxnSpPr>
            <a:cxnSpLocks/>
          </p:cNvCxnSpPr>
          <p:nvPr/>
        </p:nvCxnSpPr>
        <p:spPr>
          <a:xfrm>
            <a:off x="3602736" y="2478024"/>
            <a:ext cx="0" cy="184581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23">
            <a:extLst>
              <a:ext uri="{FF2B5EF4-FFF2-40B4-BE49-F238E27FC236}">
                <a16:creationId xmlns:a16="http://schemas.microsoft.com/office/drawing/2014/main" id="{A5575FB8-BE89-B97F-38E8-0732D2754340}"/>
              </a:ext>
            </a:extLst>
          </p:cNvPr>
          <p:cNvSpPr/>
          <p:nvPr/>
        </p:nvSpPr>
        <p:spPr>
          <a:xfrm>
            <a:off x="292608" y="2578607"/>
            <a:ext cx="4242816" cy="1133857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6711E78-DE42-A4E6-0EA8-E5ECC2C2A74A}"/>
              </a:ext>
            </a:extLst>
          </p:cNvPr>
          <p:cNvSpPr txBox="1"/>
          <p:nvPr/>
        </p:nvSpPr>
        <p:spPr>
          <a:xfrm>
            <a:off x="411480" y="2624328"/>
            <a:ext cx="1755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8334179-B1BE-099D-AE41-830DAA94A570}"/>
              </a:ext>
            </a:extLst>
          </p:cNvPr>
          <p:cNvSpPr txBox="1"/>
          <p:nvPr/>
        </p:nvSpPr>
        <p:spPr>
          <a:xfrm>
            <a:off x="777240" y="2600129"/>
            <a:ext cx="142646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191919"/>
                </a:solidFill>
                <a:latin typeface="Times New Roman"/>
              </a:rPr>
              <a:t>Prepare Features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A40F092-240A-ABEA-BD00-B9ACAB349BFC}"/>
              </a:ext>
            </a:extLst>
          </p:cNvPr>
          <p:cNvSpPr txBox="1"/>
          <p:nvPr/>
        </p:nvSpPr>
        <p:spPr>
          <a:xfrm>
            <a:off x="2715768" y="2624328"/>
            <a:ext cx="254568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Normalize / select relevant inputs</a:t>
            </a:r>
          </a:p>
        </p:txBody>
      </p:sp>
      <p:cxnSp>
        <p:nvCxnSpPr>
          <p:cNvPr id="107" name="Connector 27">
            <a:extLst>
              <a:ext uri="{FF2B5EF4-FFF2-40B4-BE49-F238E27FC236}">
                <a16:creationId xmlns:a16="http://schemas.microsoft.com/office/drawing/2014/main" id="{C2AA5F42-5F50-A798-432C-F31AB88D1BF1}"/>
              </a:ext>
            </a:extLst>
          </p:cNvPr>
          <p:cNvCxnSpPr>
            <a:cxnSpLocks/>
          </p:cNvCxnSpPr>
          <p:nvPr/>
        </p:nvCxnSpPr>
        <p:spPr>
          <a:xfrm>
            <a:off x="3602736" y="2980944"/>
            <a:ext cx="0" cy="184581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28">
            <a:extLst>
              <a:ext uri="{FF2B5EF4-FFF2-40B4-BE49-F238E27FC236}">
                <a16:creationId xmlns:a16="http://schemas.microsoft.com/office/drawing/2014/main" id="{20B4A410-E694-06B4-B02B-516B449553E1}"/>
              </a:ext>
            </a:extLst>
          </p:cNvPr>
          <p:cNvSpPr/>
          <p:nvPr/>
        </p:nvSpPr>
        <p:spPr>
          <a:xfrm>
            <a:off x="292608" y="3081527"/>
            <a:ext cx="4242816" cy="1133857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AC9C2E8-B15A-8150-01F5-AAA5612E1688}"/>
              </a:ext>
            </a:extLst>
          </p:cNvPr>
          <p:cNvSpPr txBox="1"/>
          <p:nvPr/>
        </p:nvSpPr>
        <p:spPr>
          <a:xfrm>
            <a:off x="411480" y="3127248"/>
            <a:ext cx="1755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4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40E66F9-DDF6-C144-369D-1751C227B3AD}"/>
              </a:ext>
            </a:extLst>
          </p:cNvPr>
          <p:cNvSpPr txBox="1"/>
          <p:nvPr/>
        </p:nvSpPr>
        <p:spPr>
          <a:xfrm>
            <a:off x="777240" y="3103049"/>
            <a:ext cx="1199693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191919"/>
                </a:solidFill>
                <a:latin typeface="Times New Roman"/>
              </a:rPr>
              <a:t>Split Data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09C3F55-4D7F-E204-0D62-4ECFFD144788}"/>
              </a:ext>
            </a:extLst>
          </p:cNvPr>
          <p:cNvSpPr txBox="1"/>
          <p:nvPr/>
        </p:nvSpPr>
        <p:spPr>
          <a:xfrm>
            <a:off x="2715768" y="3127248"/>
            <a:ext cx="254568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Training and validation/test sets</a:t>
            </a:r>
          </a:p>
        </p:txBody>
      </p:sp>
      <p:cxnSp>
        <p:nvCxnSpPr>
          <p:cNvPr id="112" name="Connector 32">
            <a:extLst>
              <a:ext uri="{FF2B5EF4-FFF2-40B4-BE49-F238E27FC236}">
                <a16:creationId xmlns:a16="http://schemas.microsoft.com/office/drawing/2014/main" id="{9DAE18EE-1E30-1A9F-B695-DF31A6193DD4}"/>
              </a:ext>
            </a:extLst>
          </p:cNvPr>
          <p:cNvCxnSpPr>
            <a:cxnSpLocks/>
          </p:cNvCxnSpPr>
          <p:nvPr/>
        </p:nvCxnSpPr>
        <p:spPr>
          <a:xfrm>
            <a:off x="3602736" y="3483864"/>
            <a:ext cx="0" cy="184581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33">
            <a:extLst>
              <a:ext uri="{FF2B5EF4-FFF2-40B4-BE49-F238E27FC236}">
                <a16:creationId xmlns:a16="http://schemas.microsoft.com/office/drawing/2014/main" id="{C200D91D-D779-CD33-F43B-FC0CBEC2BA34}"/>
              </a:ext>
            </a:extLst>
          </p:cNvPr>
          <p:cNvSpPr/>
          <p:nvPr/>
        </p:nvSpPr>
        <p:spPr>
          <a:xfrm>
            <a:off x="292608" y="3584447"/>
            <a:ext cx="4242816" cy="1133857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1B22195-A5DC-74AD-7241-D0F132490B7C}"/>
              </a:ext>
            </a:extLst>
          </p:cNvPr>
          <p:cNvSpPr txBox="1"/>
          <p:nvPr/>
        </p:nvSpPr>
        <p:spPr>
          <a:xfrm>
            <a:off x="411480" y="3630167"/>
            <a:ext cx="1755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013ACC4-443F-C148-B7DA-06F50D33C58E}"/>
              </a:ext>
            </a:extLst>
          </p:cNvPr>
          <p:cNvSpPr txBox="1"/>
          <p:nvPr/>
        </p:nvSpPr>
        <p:spPr>
          <a:xfrm>
            <a:off x="777240" y="3605968"/>
            <a:ext cx="1199693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191919"/>
                </a:solidFill>
                <a:latin typeface="Times New Roman"/>
              </a:rPr>
              <a:t>Train Models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3CAF0B5-4C54-A339-B4F7-D1816A32A959}"/>
              </a:ext>
            </a:extLst>
          </p:cNvPr>
          <p:cNvSpPr txBox="1"/>
          <p:nvPr/>
        </p:nvSpPr>
        <p:spPr>
          <a:xfrm>
            <a:off x="2715768" y="3630167"/>
            <a:ext cx="254568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Four regression algorithms</a:t>
            </a:r>
          </a:p>
        </p:txBody>
      </p:sp>
      <p:cxnSp>
        <p:nvCxnSpPr>
          <p:cNvPr id="117" name="Connector 37">
            <a:extLst>
              <a:ext uri="{FF2B5EF4-FFF2-40B4-BE49-F238E27FC236}">
                <a16:creationId xmlns:a16="http://schemas.microsoft.com/office/drawing/2014/main" id="{4F6C08FC-E8CC-F596-07C1-D2C7A59D663F}"/>
              </a:ext>
            </a:extLst>
          </p:cNvPr>
          <p:cNvCxnSpPr>
            <a:cxnSpLocks/>
          </p:cNvCxnSpPr>
          <p:nvPr/>
        </p:nvCxnSpPr>
        <p:spPr>
          <a:xfrm>
            <a:off x="3602736" y="3986784"/>
            <a:ext cx="0" cy="184578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38">
            <a:extLst>
              <a:ext uri="{FF2B5EF4-FFF2-40B4-BE49-F238E27FC236}">
                <a16:creationId xmlns:a16="http://schemas.microsoft.com/office/drawing/2014/main" id="{5B37D45F-EF35-1229-059E-CE6703130938}"/>
              </a:ext>
            </a:extLst>
          </p:cNvPr>
          <p:cNvSpPr/>
          <p:nvPr/>
        </p:nvSpPr>
        <p:spPr>
          <a:xfrm>
            <a:off x="292608" y="4087366"/>
            <a:ext cx="4242816" cy="1133857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510C7E8-7789-8CB4-1579-847E45382DBC}"/>
              </a:ext>
            </a:extLst>
          </p:cNvPr>
          <p:cNvSpPr txBox="1"/>
          <p:nvPr/>
        </p:nvSpPr>
        <p:spPr>
          <a:xfrm>
            <a:off x="411480" y="4133087"/>
            <a:ext cx="1755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6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4E8E04D-FB26-4418-F702-D158944FC728}"/>
              </a:ext>
            </a:extLst>
          </p:cNvPr>
          <p:cNvSpPr txBox="1"/>
          <p:nvPr/>
        </p:nvSpPr>
        <p:spPr>
          <a:xfrm>
            <a:off x="777240" y="4108888"/>
            <a:ext cx="142646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191919"/>
                </a:solidFill>
                <a:latin typeface="Times New Roman"/>
              </a:rPr>
              <a:t>Evaluate &amp; Select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BEA8E49-2CB4-28E2-CE88-48E257DDEBAD}"/>
              </a:ext>
            </a:extLst>
          </p:cNvPr>
          <p:cNvSpPr txBox="1"/>
          <p:nvPr/>
        </p:nvSpPr>
        <p:spPr>
          <a:xfrm>
            <a:off x="2715768" y="4133087"/>
            <a:ext cx="254568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MAE, RMSE, R²</a:t>
            </a:r>
          </a:p>
        </p:txBody>
      </p:sp>
      <p:cxnSp>
        <p:nvCxnSpPr>
          <p:cNvPr id="122" name="Connector 42">
            <a:extLst>
              <a:ext uri="{FF2B5EF4-FFF2-40B4-BE49-F238E27FC236}">
                <a16:creationId xmlns:a16="http://schemas.microsoft.com/office/drawing/2014/main" id="{E074387E-5542-9D44-8971-FB95B0288144}"/>
              </a:ext>
            </a:extLst>
          </p:cNvPr>
          <p:cNvCxnSpPr>
            <a:cxnSpLocks/>
          </p:cNvCxnSpPr>
          <p:nvPr/>
        </p:nvCxnSpPr>
        <p:spPr>
          <a:xfrm>
            <a:off x="3602736" y="4489704"/>
            <a:ext cx="0" cy="184578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43">
            <a:extLst>
              <a:ext uri="{FF2B5EF4-FFF2-40B4-BE49-F238E27FC236}">
                <a16:creationId xmlns:a16="http://schemas.microsoft.com/office/drawing/2014/main" id="{576429FC-203D-E22B-9BBE-E82F5DF0488A}"/>
              </a:ext>
            </a:extLst>
          </p:cNvPr>
          <p:cNvSpPr/>
          <p:nvPr/>
        </p:nvSpPr>
        <p:spPr>
          <a:xfrm>
            <a:off x="292608" y="4590287"/>
            <a:ext cx="4242816" cy="1133857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8FA9831-77AC-7470-FD07-48C5C055A4C2}"/>
              </a:ext>
            </a:extLst>
          </p:cNvPr>
          <p:cNvSpPr txBox="1"/>
          <p:nvPr/>
        </p:nvSpPr>
        <p:spPr>
          <a:xfrm>
            <a:off x="411480" y="4636008"/>
            <a:ext cx="1755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7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3BF99A3-82C1-721D-77E3-0100B9071805}"/>
              </a:ext>
            </a:extLst>
          </p:cNvPr>
          <p:cNvSpPr txBox="1"/>
          <p:nvPr/>
        </p:nvSpPr>
        <p:spPr>
          <a:xfrm>
            <a:off x="777240" y="4611809"/>
            <a:ext cx="1199693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191919"/>
                </a:solidFill>
                <a:latin typeface="Times New Roman"/>
              </a:rPr>
              <a:t>Save Pipeline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B84D94A-2160-5227-3F92-A1D6C51B53F1}"/>
              </a:ext>
            </a:extLst>
          </p:cNvPr>
          <p:cNvSpPr txBox="1"/>
          <p:nvPr/>
        </p:nvSpPr>
        <p:spPr>
          <a:xfrm>
            <a:off x="2715768" y="4636008"/>
            <a:ext cx="254568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Selected model + preprocessing</a:t>
            </a:r>
          </a:p>
        </p:txBody>
      </p:sp>
      <p:cxnSp>
        <p:nvCxnSpPr>
          <p:cNvPr id="127" name="Connector 47">
            <a:extLst>
              <a:ext uri="{FF2B5EF4-FFF2-40B4-BE49-F238E27FC236}">
                <a16:creationId xmlns:a16="http://schemas.microsoft.com/office/drawing/2014/main" id="{EFB34458-B51B-0916-47E3-5F4A44C134A1}"/>
              </a:ext>
            </a:extLst>
          </p:cNvPr>
          <p:cNvCxnSpPr>
            <a:cxnSpLocks/>
          </p:cNvCxnSpPr>
          <p:nvPr/>
        </p:nvCxnSpPr>
        <p:spPr>
          <a:xfrm>
            <a:off x="3602736" y="4992624"/>
            <a:ext cx="0" cy="184581"/>
          </a:xfrm>
          <a:prstGeom prst="line">
            <a:avLst/>
          </a:prstGeom>
          <a:ln w="13970">
            <a:solidFill>
              <a:srgbClr val="12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48">
            <a:extLst>
              <a:ext uri="{FF2B5EF4-FFF2-40B4-BE49-F238E27FC236}">
                <a16:creationId xmlns:a16="http://schemas.microsoft.com/office/drawing/2014/main" id="{0A43F4EA-93EA-F8BC-A252-53E6DC0AAE76}"/>
              </a:ext>
            </a:extLst>
          </p:cNvPr>
          <p:cNvSpPr/>
          <p:nvPr/>
        </p:nvSpPr>
        <p:spPr>
          <a:xfrm>
            <a:off x="292608" y="5093207"/>
            <a:ext cx="4242816" cy="1133857"/>
          </a:xfrm>
          <a:prstGeom prst="roundRect">
            <a:avLst/>
          </a:prstGeom>
          <a:solidFill>
            <a:srgbClr val="F8FAFB"/>
          </a:solidFill>
          <a:ln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3F86378-5360-1EAB-386B-B58E77861076}"/>
              </a:ext>
            </a:extLst>
          </p:cNvPr>
          <p:cNvSpPr txBox="1"/>
          <p:nvPr/>
        </p:nvSpPr>
        <p:spPr>
          <a:xfrm>
            <a:off x="411480" y="5138928"/>
            <a:ext cx="1755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129DDC"/>
                </a:solidFill>
                <a:latin typeface="Times New Roman"/>
              </a:rPr>
              <a:t>8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E3037E9-AD74-CB1D-BF48-9228C58EFF3C}"/>
              </a:ext>
            </a:extLst>
          </p:cNvPr>
          <p:cNvSpPr txBox="1"/>
          <p:nvPr/>
        </p:nvSpPr>
        <p:spPr>
          <a:xfrm>
            <a:off x="777240" y="5022396"/>
            <a:ext cx="119969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191919"/>
                </a:solidFill>
                <a:latin typeface="Times New Roman"/>
              </a:rPr>
              <a:t>Predict &amp; Recommend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D1B769E-EFE9-81BE-1C55-EE315822BCB9}"/>
              </a:ext>
            </a:extLst>
          </p:cNvPr>
          <p:cNvSpPr txBox="1"/>
          <p:nvPr/>
        </p:nvSpPr>
        <p:spPr>
          <a:xfrm>
            <a:off x="2715768" y="5138928"/>
            <a:ext cx="254568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C666D"/>
                </a:solidFill>
                <a:latin typeface="Times New Roman"/>
              </a:rPr>
              <a:t>Growth, yield and actions</a:t>
            </a:r>
          </a:p>
        </p:txBody>
      </p:sp>
      <p:pic>
        <p:nvPicPr>
          <p:cNvPr id="149" name="Picture 148">
            <a:extLst>
              <a:ext uri="{FF2B5EF4-FFF2-40B4-BE49-F238E27FC236}">
                <a16:creationId xmlns:a16="http://schemas.microsoft.com/office/drawing/2014/main" id="{452E2DD2-9A01-3C04-696D-4BFF3AD8C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48" y="548641"/>
            <a:ext cx="7311540" cy="5678424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BE864221-1EA3-D7CB-9B52-5B1F78060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19" y="5912510"/>
            <a:ext cx="1173479" cy="89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046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imes New Roman"/>
              </a:rPr>
              <a:t>5. CORE TECHNICAL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66D"/>
                </a:solidFill>
                <a:latin typeface="Times New Roman"/>
              </a:rPr>
              <a:t>FutureVerse: ML Framework for Sugarcane Growth &amp; Yield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8309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5C666D"/>
                </a:solidFill>
                <a:latin typeface="Times New Roman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7315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078992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078992"/>
            <a:ext cx="73152" cy="4526280"/>
          </a:xfrm>
          <a:prstGeom prst="round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568" y="1368679"/>
            <a:ext cx="469087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Machine Learning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835249"/>
            <a:ext cx="4690872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1. Prepare input features from soil, weather, irrigation and crop age.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2. Train four regression models: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lang="en-US" sz="1200" dirty="0">
                <a:latin typeface="Times New Roman"/>
              </a:rPr>
              <a:t>• Decision Tree Regressor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lang="en-US" sz="1200" dirty="0">
                <a:latin typeface="Times New Roman"/>
              </a:rPr>
              <a:t>• Random Forest Regressor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lang="en-US" sz="1200" dirty="0">
                <a:latin typeface="Times New Roman"/>
              </a:rPr>
              <a:t>• Gradient Boosting Regressor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lang="en-US" sz="1200" dirty="0">
                <a:latin typeface="Times New Roman"/>
              </a:rPr>
              <a:t>• </a:t>
            </a:r>
            <a:r>
              <a:rPr lang="en-US" sz="1200" dirty="0" err="1">
                <a:latin typeface="Times New Roman"/>
              </a:rPr>
              <a:t>XGBoost</a:t>
            </a:r>
            <a:r>
              <a:rPr lang="en-US" sz="1200" dirty="0">
                <a:latin typeface="Times New Roman"/>
              </a:rPr>
              <a:t> Regressor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3. Evaluate using MAE, RMSE and R².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4. Select the best-performing model empirically.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5. Predict Growth (%) and Estimated Yield (t/ha).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078992"/>
            <a:ext cx="5742432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897880" y="1078992"/>
            <a:ext cx="73152" cy="1993392"/>
          </a:xfrm>
          <a:prstGeom prst="roundRect">
            <a:avLst/>
          </a:prstGeom>
          <a:solidFill>
            <a:srgbClr val="458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9904" y="1325654"/>
            <a:ext cx="53583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Intelligent Recommendation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1792224"/>
            <a:ext cx="5358384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Prediction results + field conditions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→ Fertilizer application guidance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→ Irrigation scheduling guidance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→ Crop management practices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200" dirty="0">
                <a:latin typeface="Times New Roman"/>
              </a:rPr>
              <a:t>• → Soil improvement strategies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3310128"/>
            <a:ext cx="5742432" cy="2295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97880" y="3310128"/>
            <a:ext cx="73152" cy="2295144"/>
          </a:xfrm>
          <a:prstGeom prst="roundRect">
            <a:avLst/>
          </a:prstGeom>
          <a:solidFill>
            <a:srgbClr val="16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8" y="3387739"/>
            <a:ext cx="53583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REST API &amp; Runtime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3794760"/>
            <a:ext cx="5358384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React frontend sends farmer inputs to the REST API.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Backend validates and preprocesses the request using the trained pipeline.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Selected ML model generates prediction.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Recommendation engine converts results into understandable actions.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Dashboard displays the final output.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53112BF-92FF-6131-1CF9-1098575D1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19" y="5793637"/>
            <a:ext cx="1173479" cy="8906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046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imes New Roman"/>
              </a:rPr>
              <a:t>6. UI / PROTOTYPE / WIREFRAMES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66D"/>
                </a:solidFill>
                <a:latin typeface="Times New Roman"/>
              </a:rPr>
              <a:t>FutureVerse: ML Framework for Sugarcane Growth &amp; Yield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8309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5C666D"/>
                </a:solidFill>
                <a:latin typeface="Times New Roman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7315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5536E17-74D5-13F2-E5E5-BF84F1BC0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189"/>
            <a:ext cx="12192000" cy="58503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3F7031-833A-4D20-EE55-054DB1FDD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77"/>
            <a:ext cx="12192000" cy="681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1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046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imes New Roman"/>
              </a:rPr>
              <a:t>7. TECHNOLOGY STACK &amp; IMPLEMENTATION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C666D"/>
                </a:solidFill>
                <a:latin typeface="Times New Roman"/>
              </a:rPr>
              <a:t>FutureVerse: ML Framework for Sugarcane Growth &amp; Yield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8309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5C666D"/>
                </a:solidFill>
                <a:latin typeface="Times New Roman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7315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078992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078992"/>
            <a:ext cx="73152" cy="4480560"/>
          </a:xfrm>
          <a:prstGeom prst="roundRect">
            <a:avLst/>
          </a:prstGeom>
          <a:solidFill>
            <a:srgbClr val="12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156602"/>
            <a:ext cx="313639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563624"/>
            <a:ext cx="3136392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React.js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JavaScript ES6+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HTML5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CSS3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Bootstrap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Interactive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078992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34256" y="1078992"/>
            <a:ext cx="73152" cy="4480560"/>
          </a:xfrm>
          <a:prstGeom prst="roundRect">
            <a:avLst/>
          </a:prstGeom>
          <a:solidFill>
            <a:srgbClr val="16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2564" y="1165747"/>
            <a:ext cx="313639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Backend &amp;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563624"/>
            <a:ext cx="31363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Python 3.11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FastAPI</a:t>
            </a:r>
            <a:r>
              <a:rPr sz="1400" dirty="0">
                <a:latin typeface="Times New Roman"/>
              </a:rPr>
              <a:t> / RESTful API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Scikit-learn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XGBoost</a:t>
            </a:r>
            <a:endParaRPr sz="1400" dirty="0">
              <a:latin typeface="Times New Roman"/>
            </a:endParaRP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Pandas &amp; NumPy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Matplotlib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Joblib</a:t>
            </a:r>
            <a:endParaRPr sz="1400" dirty="0">
              <a:latin typeface="Times New Roman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19872" y="1078992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19872" y="1078992"/>
            <a:ext cx="73152" cy="4480560"/>
          </a:xfrm>
          <a:prstGeom prst="roundRect">
            <a:avLst/>
          </a:prstGeom>
          <a:solidFill>
            <a:srgbClr val="458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156602"/>
            <a:ext cx="313639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64F6C"/>
                </a:solidFill>
                <a:latin typeface="Times New Roman"/>
              </a:rPr>
              <a:t>Data /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1563624"/>
            <a:ext cx="3136392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CSV / dataset files for training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Runtime processing of farmer inputs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No traditional database required for core workflow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Windows 11 / Ubuntu 22.04</a:t>
            </a:r>
          </a:p>
          <a:p>
            <a:pPr>
              <a:spcAft>
                <a:spcPts val="200"/>
              </a:spcAft>
              <a:defRPr sz="910">
                <a:solidFill>
                  <a:srgbClr val="191919"/>
                </a:solidFill>
                <a:latin typeface="Aptos"/>
              </a:defRPr>
            </a:pPr>
            <a:r>
              <a:rPr sz="1400" dirty="0">
                <a:latin typeface="Times New Roman"/>
              </a:rPr>
              <a:t>• Client-server architecture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A85F135-7312-77DE-880B-F4DBD4175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19" y="5793637"/>
            <a:ext cx="1173479" cy="8906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5100D-8158-D608-5CFD-A39DB22A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99191-E626-E520-41D8-F54668D6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54FD2-FEAB-5659-2451-D0FE1CB7D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12</a:t>
            </a:fld>
            <a:endParaRPr lang="cs-C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ECB75-1B5B-0FF8-9134-7648BB95812A}"/>
              </a:ext>
            </a:extLst>
          </p:cNvPr>
          <p:cNvSpPr txBox="1"/>
          <p:nvPr/>
        </p:nvSpPr>
        <p:spPr>
          <a:xfrm>
            <a:off x="4387307" y="2782467"/>
            <a:ext cx="4114762" cy="80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617" b="1" dirty="0">
                <a:solidFill>
                  <a:srgbClr val="C00000"/>
                </a:solidFill>
              </a:rPr>
              <a:t>QUESTIONS </a:t>
            </a:r>
            <a:endParaRPr lang="en-IN" sz="4617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539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FB9576-71CA-6167-2EC5-6F575F33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81EFE-AAC7-CAB6-83FD-002C4200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0B9AD-85B7-007B-B953-57299E694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13</a:t>
            </a:fld>
            <a:endParaRPr lang="cs-C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9B629-BD9A-2002-F50F-68AB3D3A4869}"/>
              </a:ext>
            </a:extLst>
          </p:cNvPr>
          <p:cNvSpPr txBox="1"/>
          <p:nvPr/>
        </p:nvSpPr>
        <p:spPr>
          <a:xfrm>
            <a:off x="4387307" y="2782467"/>
            <a:ext cx="4114762" cy="80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617" b="1" dirty="0">
                <a:solidFill>
                  <a:srgbClr val="C00000"/>
                </a:solidFill>
              </a:rPr>
              <a:t>THANK YOU ! </a:t>
            </a:r>
            <a:endParaRPr lang="en-IN" sz="4617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125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1034</Words>
  <Application>Microsoft Office PowerPoint</Application>
  <PresentationFormat>Widescreen</PresentationFormat>
  <Paragraphs>226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Source Sans Pro</vt:lpstr>
      <vt:lpstr>Source Sans Pro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abad</cp:lastModifiedBy>
  <cp:revision>1</cp:revision>
  <dcterms:created xsi:type="dcterms:W3CDTF">2013-01-27T09:14:16Z</dcterms:created>
  <dcterms:modified xsi:type="dcterms:W3CDTF">2026-09-11T14:48:31Z</dcterms:modified>
  <cp:category/>
</cp:coreProperties>
</file>